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5716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90750" y="24765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0" y="24765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9350" y="25527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0750" y="325755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0" y="32575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9350" y="333375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0750" y="40386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0750" y="40386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9350" y="41148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0750" y="481965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0750" y="481965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9350" y="489585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5600700"/>
            <a:ext cx="93345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0" y="56007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9350" y="5676900"/>
            <a:ext cx="88773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076450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152650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038475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114675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048124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4791075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2750" y="5391150"/>
            <a:ext cx="5619750" cy="8572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3250" y="5448300"/>
            <a:ext cx="523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「今日は夜ごはんをゆで卵にしました。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1週間頑張ります！」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</a:t>
            </a:r>
          </a:p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「どうなる？」が生まれる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完璧に見せ切らないことで、「この先どうなる？」が生まれる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595312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5317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一緒に見届けたくなる「物語の途中」になる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0" y="6562725"/>
            <a:ext cx="1000125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b="1" sz="1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