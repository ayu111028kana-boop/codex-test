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1428750" y="3333750"/>
            <a:ext cx="39052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1428750" y="4238625"/>
            <a:ext cx="39052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1428750" y="5143500"/>
            <a:ext cx="390525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1428750" y="6305550"/>
            <a:ext cx="39052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