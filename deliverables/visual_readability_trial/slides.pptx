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0" y="291465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0" y="3457575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0" y="400050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onn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067050"/>
            <a:ext cx="1333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14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4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9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29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09700" y="3648075"/>
            <a:ext cx="51816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9700" y="4743450"/>
            <a:ext cx="51816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4700" y="3486150"/>
            <a:ext cx="51816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24700" y="3876675"/>
            <a:ext cx="51816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24700" y="4248150"/>
            <a:ext cx="5181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24700" y="4533900"/>
            <a:ext cx="51816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492442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524827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  <p:pic>
        <p:nvPicPr>
          <p:cNvPr id="95" name="Picture 94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5429250"/>
            <a:ext cx="533400" cy="533400"/>
          </a:xfrm>
          <a:prstGeom prst="rect">
            <a:avLst/>
          </a:prstGeom>
        </p:spPr>
      </p:pic>
      <p:pic>
        <p:nvPicPr>
          <p:cNvPr id="96" name="Picture 95" descr="jour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5467350"/>
            <a:ext cx="1219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2" name="Rectangle 921"/>
          <p:cNvSpPr/>
          <p:nvPr/>
        </p:nvSpPr>
        <p:spPr>
          <a:xfrm>
            <a:off x="6934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219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14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14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9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29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  <p:pic>
        <p:nvPicPr>
          <p:cNvPr id="923" name="Picture 922" descr="he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3276600"/>
            <a:ext cx="361950" cy="361950"/>
          </a:xfrm>
          <a:prstGeom prst="rect">
            <a:avLst/>
          </a:prstGeom>
        </p:spPr>
      </p:pic>
      <p:pic>
        <p:nvPicPr>
          <p:cNvPr id="924" name="Picture 923" descr="pers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7800" y="4181475"/>
            <a:ext cx="361950" cy="361950"/>
          </a:xfrm>
          <a:prstGeom prst="rect">
            <a:avLst/>
          </a:prstGeom>
        </p:spPr>
      </p:pic>
      <p:pic>
        <p:nvPicPr>
          <p:cNvPr id="925" name="Picture 924" descr="mes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5086350"/>
            <a:ext cx="361950" cy="361950"/>
          </a:xfrm>
          <a:prstGeom prst="rect">
            <a:avLst/>
          </a:prstGeom>
        </p:spPr>
      </p:pic>
      <p:pic>
        <p:nvPicPr>
          <p:cNvPr id="926" name="Picture 925" descr="fla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7800" y="6248400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429000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3333750"/>
            <a:ext cx="4838700" cy="1657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2667000"/>
            <a:ext cx="533400" cy="533400"/>
          </a:xfrm>
          <a:prstGeom prst="rect">
            <a:avLst/>
          </a:prstGeom>
        </p:spPr>
      </p:pic>
      <p:pic>
        <p:nvPicPr>
          <p:cNvPr id="89" name="Picture 88" descr="pro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2667000"/>
            <a:ext cx="5334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exerci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6550" y="2371725"/>
            <a:ext cx="400050" cy="400050"/>
          </a:xfrm>
          <a:prstGeom prst="rect">
            <a:avLst/>
          </a:prstGeom>
        </p:spPr>
      </p:pic>
      <p:pic>
        <p:nvPicPr>
          <p:cNvPr id="99" name="Picture 98" descr="al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7975" y="2371725"/>
            <a:ext cx="400050" cy="400050"/>
          </a:xfrm>
          <a:prstGeom prst="rect">
            <a:avLst/>
          </a:prstGeom>
        </p:spPr>
      </p:pic>
      <p:pic>
        <p:nvPicPr>
          <p:cNvPr id="100" name="Picture 99" descr="ret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9400" y="2371725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01" name="Picture 250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31623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1300" y="19431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1300" y="27432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35433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1300" y="43434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1300" y="51435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81200"/>
            <a:ext cx="381000" cy="381000"/>
          </a:xfrm>
          <a:prstGeom prst="rect">
            <a:avLst/>
          </a:prstGeom>
        </p:spPr>
      </p:pic>
      <p:pic>
        <p:nvPicPr>
          <p:cNvPr id="50" name="Picture 49" descr="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781300"/>
            <a:ext cx="381000" cy="381000"/>
          </a:xfrm>
          <a:prstGeom prst="rect">
            <a:avLst/>
          </a:prstGeom>
        </p:spPr>
      </p:pic>
      <p:pic>
        <p:nvPicPr>
          <p:cNvPr id="51" name="Picture 50" descr="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3581400"/>
            <a:ext cx="381000" cy="381000"/>
          </a:xfrm>
          <a:prstGeom prst="rect">
            <a:avLst/>
          </a:prstGeom>
        </p:spPr>
      </p:pic>
      <p:pic>
        <p:nvPicPr>
          <p:cNvPr id="52" name="Picture 51" descr="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4381500"/>
            <a:ext cx="381000" cy="381000"/>
          </a:xfrm>
          <a:prstGeom prst="rect">
            <a:avLst/>
          </a:prstGeom>
        </p:spPr>
      </p:pic>
      <p:pic>
        <p:nvPicPr>
          <p:cNvPr id="53" name="Picture 52" descr="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51816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