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866900"/>
            <a:ext cx="11049000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667000"/>
            <a:ext cx="5562600" cy="45339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667000"/>
            <a:ext cx="5562600" cy="45339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4431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4431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4431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4431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62100" y="3971925"/>
            <a:ext cx="48768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62100" y="5067300"/>
            <a:ext cx="48768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77100" y="3810000"/>
            <a:ext cx="48768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77100" y="4200525"/>
            <a:ext cx="48768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77100" y="4572000"/>
            <a:ext cx="48768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77100" y="4857750"/>
            <a:ext cx="48768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77100" y="5248275"/>
            <a:ext cx="48768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77100" y="5572125"/>
            <a:ext cx="48768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705600"/>
            <a:ext cx="5562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705600"/>
            <a:ext cx="5562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667000"/>
            <a:ext cx="5562600" cy="45339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667000"/>
            <a:ext cx="5562600" cy="45339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4431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4431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4431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4431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09700" y="2914650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2914650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62100" y="3333750"/>
            <a:ext cx="4876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62100" y="3590925"/>
            <a:ext cx="4876800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3333750"/>
            <a:ext cx="41529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3590925"/>
            <a:ext cx="41529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770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62100" y="4238625"/>
            <a:ext cx="4876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62100" y="4495800"/>
            <a:ext cx="4876800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001000" y="4238625"/>
            <a:ext cx="41529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001000" y="4495800"/>
            <a:ext cx="41529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22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62100" y="5143500"/>
            <a:ext cx="4876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62100" y="5400675"/>
            <a:ext cx="4876800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001000" y="5143500"/>
            <a:ext cx="41529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001000" y="5400675"/>
            <a:ext cx="41529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122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62100" y="6305550"/>
            <a:ext cx="4876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62100" y="6562725"/>
            <a:ext cx="4876800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001000" y="6305550"/>
            <a:ext cx="41529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001000" y="6562725"/>
            <a:ext cx="41529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988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