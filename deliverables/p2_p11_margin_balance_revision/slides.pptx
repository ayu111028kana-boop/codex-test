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648001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648001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971851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648001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648001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971851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648001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648001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971851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648001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648001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971851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648001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648001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971851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150" y="291465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3457575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150" y="400050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onn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067050"/>
            <a:ext cx="1333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14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4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9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29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09700" y="3648075"/>
            <a:ext cx="51816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9700" y="4743450"/>
            <a:ext cx="51816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4700" y="3486150"/>
            <a:ext cx="51816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24700" y="3876675"/>
            <a:ext cx="51816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24700" y="4248150"/>
            <a:ext cx="5181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24700" y="4533900"/>
            <a:ext cx="51816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492442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524827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2" name="Rectangle 921"/>
          <p:cNvSpPr/>
          <p:nvPr/>
        </p:nvSpPr>
        <p:spPr>
          <a:xfrm>
            <a:off x="6934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219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14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14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9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29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  <p:pic>
        <p:nvPicPr>
          <p:cNvPr id="923" name="Picture 922" descr="he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3276600"/>
            <a:ext cx="361950" cy="361950"/>
          </a:xfrm>
          <a:prstGeom prst="rect">
            <a:avLst/>
          </a:prstGeom>
        </p:spPr>
      </p:pic>
      <p:pic>
        <p:nvPicPr>
          <p:cNvPr id="924" name="Picture 923" descr="pers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7800" y="4181475"/>
            <a:ext cx="361950" cy="361950"/>
          </a:xfrm>
          <a:prstGeom prst="rect">
            <a:avLst/>
          </a:prstGeom>
        </p:spPr>
      </p:pic>
      <p:pic>
        <p:nvPicPr>
          <p:cNvPr id="925" name="Picture 924" descr="mes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5086350"/>
            <a:ext cx="361950" cy="361950"/>
          </a:xfrm>
          <a:prstGeom prst="rect">
            <a:avLst/>
          </a:prstGeom>
        </p:spPr>
      </p:pic>
      <p:pic>
        <p:nvPicPr>
          <p:cNvPr id="926" name="Picture 925" descr="fla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7800" y="6248400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8875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8874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4625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8875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28874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4625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8875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28874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4625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8875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28874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4625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8875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28874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14625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