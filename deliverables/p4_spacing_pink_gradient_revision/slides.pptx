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19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934200" y="2952750"/>
            <a:ext cx="55626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14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14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429625" y="272891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29625" y="272891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09700" y="3648075"/>
            <a:ext cx="518160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9700" y="4743450"/>
            <a:ext cx="51816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24700" y="3486150"/>
            <a:ext cx="51816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24700" y="3876675"/>
            <a:ext cx="51816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24700" y="4248150"/>
            <a:ext cx="51816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24700" y="4533900"/>
            <a:ext cx="51816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492442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24700" y="5248275"/>
            <a:ext cx="51816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9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4200" y="6353175"/>
            <a:ext cx="55626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2" name="Rectangle 921"/>
          <p:cNvSpPr/>
          <p:nvPr/>
        </p:nvSpPr>
        <p:spPr>
          <a:xfrm>
            <a:off x="6934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Rectangle 920"/>
          <p:cNvSpPr/>
          <p:nvPr/>
        </p:nvSpPr>
        <p:spPr>
          <a:xfrm>
            <a:off x="1219200" y="2476500"/>
            <a:ext cx="5562600" cy="472440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14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14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9625" y="2252662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9625" y="2252662"/>
            <a:ext cx="2571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716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716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9716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9716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9716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9716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9716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9716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100000">
                <a:srgbClr val="E4AAC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