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632502"/>
            <a:ext cx="1619250" cy="28312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636150"/>
            <a:ext cx="1619250" cy="28239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0" y="2642699"/>
            <a:ext cx="1619250" cy="28108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743099" indent="-74309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 marL="74309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2768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990749" indent="-990749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</a:t>
            </a:r>
          </a:p>
          <a:p>
            <a:pPr algn="l" marL="990749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24003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866900"/>
            <a:ext cx="10287000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52475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499" y="1866899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6670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4671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2672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0673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