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1781175" y="33337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1781175" y="4238625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1781175" y="5143500"/>
            <a:ext cx="447675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1781175" y="63055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718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718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621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