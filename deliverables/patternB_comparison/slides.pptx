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97192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506730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81000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420052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57200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85775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5721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