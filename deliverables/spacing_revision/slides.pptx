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ゆで卵1週間検証、別のダイエット検証、結果発表、次の挑戦へと投稿をつなげる。一つずつ独立していても、すべてが同じゴールへ向かう物語の途中になる。1本の投稿ですべてを完結させなくてもよい。複数投稿が同じゴールにつながることで「次も見たい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21526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24384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24193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24193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24193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24193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9527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9527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プロセスエコノミーの台本について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1375" y="4657725"/>
            <a:ext cx="69532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CONTENTS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562302" y="1457325"/>
            <a:ext cx="2591395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190875" y="231457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プロセスエコノミーの考え方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3190875" y="310515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ゴールと共感の入口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90875" y="389572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台本の組み立て方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90875" y="468630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90875" y="547687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複数投稿で物語をつなぐ・まとめ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43350" y="1571625"/>
            <a:ext cx="58293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350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915"/>
              </a:lnSpc>
              <a:spcBef>
                <a:spcPts val="0"/>
              </a:spcBef>
              <a:spcAft>
                <a:spcPts val="0"/>
              </a:spcAft>
            </a:pPr>
            <a:r>
              <a:rPr b="1" sz="27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ゴールがあるから、その途中が「物語」になる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8375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4575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スタート地点を明確にする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2838450"/>
            <a:ext cx="30480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0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ゴール地点を明確にする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08622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ゴールや過程そのものに興味を持ってもらえるテーマにする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3500" y="4695825"/>
            <a:ext cx="11049000" cy="13811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2100" y="4772025"/>
            <a:ext cx="1059180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「100日後に水着を着たい」だけでは、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初見の視聴者には他人事になりやすい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2100" y="5629275"/>
            <a:ext cx="105918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「私もそう」「分かる」「私のことみたい」と思える背景や悩みを入れる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32460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共感できる背景があると、物語に入ってもらいやすい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33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過去</a:t>
            </a:r>
          </a:p>
        </p:txBody>
      </p:sp>
      <p:pic>
        <p:nvPicPr>
          <p:cNvPr id="8" name="Picture 7" descr="IMG_2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9" name="Rounded Rectangle 8"/>
          <p:cNvSpPr/>
          <p:nvPr/>
        </p:nvSpPr>
        <p:spPr>
          <a:xfrm>
            <a:off x="30480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80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現在</a:t>
            </a:r>
          </a:p>
        </p:txBody>
      </p:sp>
      <p:pic>
        <p:nvPicPr>
          <p:cNvPr id="11" name="Picture 10" descr="IMG_21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7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4762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出来事</a:t>
            </a:r>
          </a:p>
        </p:txBody>
      </p:sp>
      <p:pic>
        <p:nvPicPr>
          <p:cNvPr id="14" name="Picture 13" descr="IMG_22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5" name="Rounded Rectangle 14"/>
          <p:cNvSpPr/>
          <p:nvPr/>
        </p:nvSpPr>
        <p:spPr>
          <a:xfrm>
            <a:off x="1762125" y="5848350"/>
            <a:ext cx="41909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62125" y="5848350"/>
            <a:ext cx="41909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あゆみんの実例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2750" y="2286000"/>
            <a:ext cx="5619750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1350" y="2362200"/>
            <a:ext cx="51625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過去：夫が「可愛い」と言ってくれるほど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仲がよかった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2750" y="3486150"/>
            <a:ext cx="5619750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1350" y="3562350"/>
            <a:ext cx="51625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現在：家庭を一緒に回す戦友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のような関係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2750" y="4686300"/>
            <a:ext cx="5619750" cy="1409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1350" y="4762500"/>
            <a:ext cx="5162550" cy="1257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出来事：家族でアニメを見ていた時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画面のセイウチに似ていると揶揄され、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ショック・悔しさ・寂しさを感じた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637222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「私の目標を見て」ではなく「あなたにもこんな悩みない？」から物語に入ってもらう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14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4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29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29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4686300"/>
            <a:ext cx="48387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行動の報告だけでは、続きを見る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714625"/>
            <a:ext cx="4838700" cy="2305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「夜は疲れて何もしたくない。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でも痩せたい。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1本のリールは、この流れで考える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131566" y="1571625"/>
            <a:ext cx="7452867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2952750"/>
            <a:ext cx="7000875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あゆみんの実例：ゆで卵1週間検証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33500" y="3486150"/>
            <a:ext cx="700087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8750" y="3533775"/>
            <a:ext cx="1095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1750" y="3533775"/>
            <a:ext cx="5667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ゆで卵3個で、どれだけ痩せる？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076699"/>
            <a:ext cx="700087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28750" y="4124325"/>
            <a:ext cx="1095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71750" y="4124325"/>
            <a:ext cx="5667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家族5人分のごはんだけでも白目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33500" y="4667250"/>
            <a:ext cx="700087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28750" y="4714875"/>
            <a:ext cx="1095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71750" y="4714875"/>
            <a:ext cx="5667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夜ご飯をゆで卵3個にして1週間検証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33500" y="5257800"/>
            <a:ext cx="700087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28750" y="5305425"/>
            <a:ext cx="1095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71750" y="5305425"/>
            <a:ext cx="5667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結果が気になる人はフォローして待って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20125" y="3038475"/>
            <a:ext cx="1047749" cy="3238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20125" y="3038475"/>
            <a:ext cx="1047749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40" name="Picture 39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125" y="3467234"/>
            <a:ext cx="1047749" cy="2266681"/>
          </a:xfrm>
          <a:prstGeom prst="rect">
            <a:avLst/>
          </a:prstGeom>
          <a:effectLst/>
        </p:spPr>
      </p:pic>
      <p:sp>
        <p:nvSpPr>
          <p:cNvPr id="41" name="TextBox 40"/>
          <p:cNvSpPr txBox="1"/>
          <p:nvPr/>
        </p:nvSpPr>
        <p:spPr>
          <a:xfrm>
            <a:off x="9667875" y="4343400"/>
            <a:ext cx="266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34575" y="3038475"/>
            <a:ext cx="1047749" cy="3238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34575" y="3038475"/>
            <a:ext cx="1047749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44" name="Picture 4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4575" y="3467234"/>
            <a:ext cx="1047749" cy="2266681"/>
          </a:xfrm>
          <a:prstGeom prst="rect">
            <a:avLst/>
          </a:prstGeom>
          <a:effectLst/>
        </p:spPr>
      </p:pic>
      <p:sp>
        <p:nvSpPr>
          <p:cNvPr id="45" name="TextBox 44"/>
          <p:cNvSpPr txBox="1"/>
          <p:nvPr/>
        </p:nvSpPr>
        <p:spPr>
          <a:xfrm>
            <a:off x="10982325" y="4343400"/>
            <a:ext cx="266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249025" y="3038475"/>
            <a:ext cx="1047749" cy="3238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249025" y="3038475"/>
            <a:ext cx="1047749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48" name="Picture 47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9025" y="3467234"/>
            <a:ext cx="1047749" cy="2266681"/>
          </a:xfrm>
          <a:prstGeom prst="rect">
            <a:avLst/>
          </a:prstGeom>
          <a:effectLst/>
        </p:spPr>
      </p:pic>
      <p:sp>
        <p:nvSpPr>
          <p:cNvPr id="49" name="TextBox 48"/>
          <p:cNvSpPr txBox="1"/>
          <p:nvPr/>
        </p:nvSpPr>
        <p:spPr>
          <a:xfrm>
            <a:off x="1333500" y="6248400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挑戦宣言には④過程・結果はまだない。目的に合わせて要素を使い分ける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予定通りいかなかった出来事も、投稿ネタに変えられる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3500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12" y="3476625"/>
            <a:ext cx="973025" cy="2105025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4925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14925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837" y="3476625"/>
            <a:ext cx="973025" cy="2105025"/>
          </a:xfrm>
          <a:prstGeom prst="rect">
            <a:avLst/>
          </a:prstGeom>
          <a:effectLst/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96350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6350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5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262" y="3476625"/>
            <a:ext cx="973025" cy="2105025"/>
          </a:xfrm>
          <a:prstGeom prst="rect">
            <a:avLst/>
          </a:prstGeom>
          <a:effectLst/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完璧に見せすぎないから、「この先どうなる？」が生まれる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1つのゴールを、複数の投稿で見せる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93441" y="1571625"/>
            <a:ext cx="7929117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33500" y="2105025"/>
            <a:ext cx="5048250" cy="4286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2105025"/>
            <a:ext cx="50482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2943225"/>
            <a:ext cx="50482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</a:t>
            </a:r>
          </a:p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また『可愛い』と言ってもらう。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2750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2750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pic>
        <p:nvPicPr>
          <p:cNvPr id="11" name="Picture 10" descr="IMG_22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140" y="2514600"/>
            <a:ext cx="1051619" cy="2057400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8734425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4425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忙しい日常</a:t>
            </a:r>
          </a:p>
        </p:txBody>
      </p:sp>
      <p:pic>
        <p:nvPicPr>
          <p:cNvPr id="14" name="Picture 13" descr="IMG_22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6815" y="2514600"/>
            <a:ext cx="1051619" cy="2057400"/>
          </a:xfrm>
          <a:prstGeom prst="rect">
            <a:avLst/>
          </a:prstGeom>
          <a:effectLst/>
        </p:spPr>
      </p:pic>
      <p:sp>
        <p:nvSpPr>
          <p:cNvPr id="15" name="Rounded Rectangle 14"/>
          <p:cNvSpPr/>
          <p:nvPr/>
        </p:nvSpPr>
        <p:spPr>
          <a:xfrm>
            <a:off x="10706100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06100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リアルな過程</a:t>
            </a:r>
          </a:p>
        </p:txBody>
      </p:sp>
      <p:pic>
        <p:nvPicPr>
          <p:cNvPr id="17" name="Picture 16" descr="IMG_22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490" y="2514600"/>
            <a:ext cx="1051619" cy="2057400"/>
          </a:xfrm>
          <a:prstGeom prst="rect">
            <a:avLst/>
          </a:prstGeom>
          <a:effectLst/>
        </p:spPr>
      </p:pic>
      <p:sp>
        <p:nvSpPr>
          <p:cNvPr id="18" name="Rectangle 17"/>
          <p:cNvSpPr/>
          <p:nvPr/>
        </p:nvSpPr>
        <p:spPr>
          <a:xfrm>
            <a:off x="1333500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8750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ゆで卵を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8575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81475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6725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6725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別のダイエット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方法に挑戦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6550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29450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24700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4700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変化・結果を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見せる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34525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7425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72675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72675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次の挑戦へ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つなげる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050" y="6305550"/>
            <a:ext cx="121539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1本で完結させなくてもOK。複数投稿を同じゴールにつなげると「次も見たい」が生まれる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81475" y="1571625"/>
            <a:ext cx="53530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195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4885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2895600"/>
            <a:ext cx="11049000" cy="6000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6850" y="2933700"/>
            <a:ext cx="3905249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再生数が伸びない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76875" y="2933700"/>
            <a:ext cx="40005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1225" y="2933700"/>
            <a:ext cx="6219825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冒頭の悩み・テーマはターゲットに合っていた？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62350"/>
            <a:ext cx="11049000" cy="6000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6850" y="3600450"/>
            <a:ext cx="3905249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途中で離脱される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76875" y="3600450"/>
            <a:ext cx="40005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91225" y="3600450"/>
            <a:ext cx="6219825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前置きや展開は、続きを見たくなる内容？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229100"/>
            <a:ext cx="11049000" cy="6000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6850" y="4267200"/>
            <a:ext cx="3905249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共感は多いがフォローが少ない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6875" y="4267200"/>
            <a:ext cx="40005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91225" y="4267200"/>
            <a:ext cx="6219825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ゴールやフォローする理由が伝わった？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895850"/>
            <a:ext cx="11049000" cy="6000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6850" y="4933950"/>
            <a:ext cx="3905249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経過報告の反応が弱い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76875" y="4933950"/>
            <a:ext cx="40005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91225" y="4933950"/>
            <a:ext cx="6219825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視聴者にとっての発見や見どころがある？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562600"/>
            <a:ext cx="11049000" cy="6000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6850" y="5600700"/>
            <a:ext cx="3905249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特定テーマだけ反応が良い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76875" y="5600700"/>
            <a:ext cx="40005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91225" y="5600700"/>
            <a:ext cx="6219825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どんな悩み・切り口が響いた？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050" y="6229350"/>
            <a:ext cx="121539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数字が悪い＝投稿全部がダメではない。「なぜ？」「次は何を変える？」を考える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1投稿だけで判断せず、投稿数がたまってから傾向を見る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6475" y="1571625"/>
            <a:ext cx="15430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619250" y="2038349"/>
            <a:ext cx="10477500" cy="5905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38349" y="2114550"/>
            <a:ext cx="98298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1619250" y="2762250"/>
            <a:ext cx="10477500" cy="5905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38349" y="2838450"/>
            <a:ext cx="98298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日記ではなく、「この先どうなる？」と思える挑戦にする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19250" y="3486150"/>
            <a:ext cx="10477500" cy="5905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38349" y="3562350"/>
            <a:ext cx="98298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19250" y="4210050"/>
            <a:ext cx="10477500" cy="5905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8349" y="4286250"/>
            <a:ext cx="98298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19250" y="4933950"/>
            <a:ext cx="10477500" cy="5905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38349" y="5010150"/>
            <a:ext cx="98298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投稿後は、数字を見る → 仮説を立てる → 次で改善する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574357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「私の挑戦を見て」ではなく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3500" y="616267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「あなたにもこんな悩みない？」から始める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