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2238375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2238375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2238375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2238375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6290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290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193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288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288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24288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24288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24288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24288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24288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24288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