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1｜表紙</a:t>
            </a:r>
          </a:p>
          <a:p/>
          <a:p>
            <a:r>
              <a:t>## タイトル</a:t>
            </a:r>
          </a:p>
          <a:p>
            <a:r>
              <a:t>プロセスエコノミーの台本について</a:t>
            </a:r>
          </a:p>
          <a:p/>
          <a:p>
            <a:r>
              <a:t>## 表示</a:t>
            </a:r>
          </a:p>
          <a:p>
            <a:r>
              <a:t>講師：あゆみん</a:t>
            </a:r>
          </a:p>
          <a:p/>
          <a:p>
            <a:r>
              <a:t>## デザイン指示</a:t>
            </a:r>
          </a:p>
          <a:p>
            <a:r>
              <a:t>- 表紙に、あゆみん本人のアイコン写真またはInstagramプロフィールのスクリーンショットを配置する。</a:t>
            </a:r>
          </a:p>
          <a:p>
            <a:r>
              <a:t>- 写真は元画像をそのまま使用し、顔・体型・表情をAIで変更しない。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目次：プロセスエコノミーの考え方／ゴールと共感の入口／台本の組み立て方／リアルな過程の見せ方／複数投稿で物語をつなぐ・まとめ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3｜プロセスエコノミーとは？</a:t>
            </a:r>
          </a:p>
          <a:p/>
          <a:p>
            <a:r>
              <a:t>## 結論</a:t>
            </a:r>
          </a:p>
          <a:p>
            <a:r>
              <a:t>プロセスエコノミーとは、ただ挑戦の過程を見せることではない。</a:t>
            </a:r>
          </a:p>
          <a:p/>
          <a:p>
            <a:r>
              <a:t>視聴者が「私も」と自分を重ねられる入口をつくり、</a:t>
            </a:r>
          </a:p>
          <a:p>
            <a:r>
              <a:t>スタートからゴールまでの変化を</a:t>
            </a:r>
          </a:p>
          <a:p>
            <a:r>
              <a:t>「この先どうなる？」と一緒に見届けてもらう発信。</a:t>
            </a:r>
          </a:p>
          <a:p/>
          <a:p>
            <a:r>
              <a:t>## 視聴者の感情の流れ</a:t>
            </a:r>
          </a:p>
          <a:p>
            <a:r>
              <a:t>共感</a:t>
            </a:r>
          </a:p>
          <a:p>
            <a:r>
              <a:t>→ 自分事化</a:t>
            </a:r>
          </a:p>
          <a:p>
            <a:r>
              <a:t>→ 続きが気になる</a:t>
            </a:r>
          </a:p>
          <a:p>
            <a:r>
              <a:t>→ 応援したくなる</a:t>
            </a:r>
          </a:p>
          <a:p>
            <a:r>
              <a:t>→ ファンになる</a:t>
            </a:r>
          </a:p>
          <a:p/>
          <a:p>
            <a:r>
              <a:t>## レイアウト指示</a:t>
            </a:r>
          </a:p>
          <a:p>
            <a:r>
              <a:t>- スライド全体が用紙の真ん中に来るように、上下左右の余白を見て中央配置する。</a:t>
            </a:r>
          </a:p>
          <a:p>
            <a:r>
              <a:t>- 要素同士の間隔を均等にし、重心が中央に来るようにする。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4｜まず「物語のゴール」を決める</a:t>
            </a:r>
          </a:p>
          <a:p/>
          <a:p>
            <a:r>
              <a:t>## 結論</a:t>
            </a:r>
          </a:p>
          <a:p>
            <a:r>
              <a:t>ゴールがあるから、その途中が「物語」になる。</a:t>
            </a:r>
          </a:p>
          <a:p/>
          <a:p>
            <a:r>
              <a:t>## ポイント</a:t>
            </a:r>
          </a:p>
          <a:p>
            <a:r>
              <a:t>- スタート地点を明確にする。</a:t>
            </a:r>
          </a:p>
          <a:p>
            <a:r>
              <a:t>- ゴール地点を明確にする。</a:t>
            </a:r>
          </a:p>
          <a:p>
            <a:r>
              <a:t>- ゴールや、そこへ向かう過程そのものに興味を持ってもらえるテーマにする。</a:t>
            </a:r>
          </a:p>
          <a:p/>
          <a:p>
            <a:r>
              <a:t>## 補足</a:t>
            </a:r>
          </a:p>
          <a:p>
            <a:r>
              <a:t>「100日後に水着を着たい」だけでは、</a:t>
            </a:r>
          </a:p>
          <a:p>
            <a:r>
              <a:t>初見の視聴者には他人事になりやすい。</a:t>
            </a:r>
          </a:p>
          <a:p/>
          <a:p>
            <a:r>
              <a:t>視聴者が</a:t>
            </a:r>
          </a:p>
          <a:p>
            <a:r>
              <a:t>「私もそう」</a:t>
            </a:r>
          </a:p>
          <a:p>
            <a:r>
              <a:t>「分かる」</a:t>
            </a:r>
          </a:p>
          <a:p>
            <a:r>
              <a:t>「私のことみたい」</a:t>
            </a:r>
          </a:p>
          <a:p>
            <a:r>
              <a:t>と思える背景や悩みを入れることで、物語に入ってもらいやすくなる。</a:t>
            </a:r>
          </a:p>
          <a:p/>
          <a:p>
            <a:r>
              <a:t>## 改行指定</a:t>
            </a:r>
          </a:p>
          <a:p>
            <a:r>
              <a:t>- 「ただし、ゴールやそこへ向かう過程そのものに興味を持ってもらえるかも大切。『100日後に水着を着たい』だけでは、初見には他人事になりやすい。」のような補足文を使う場合は、「だけでは、」で改行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5｜共感で「自分事化」してもらう</a:t>
            </a:r>
          </a:p>
          <a:p/>
          <a:p>
            <a:r>
              <a:t>## あゆみんの実例</a:t>
            </a:r>
          </a:p>
          <a:p/>
          <a:p>
            <a:r>
              <a:t>### 過去</a:t>
            </a:r>
          </a:p>
          <a:p>
            <a:r>
              <a:t>夫に「可愛い」と言ってもらえていた。</a:t>
            </a:r>
          </a:p>
          <a:p/>
          <a:p>
            <a:r>
              <a:t>### 現在</a:t>
            </a:r>
          </a:p>
          <a:p>
            <a:r>
              <a:t>今では「家庭を一緒に回す戦友」のような関係。</a:t>
            </a:r>
          </a:p>
          <a:p/>
          <a:p>
            <a:r>
              <a:t>### 出来事</a:t>
            </a:r>
          </a:p>
          <a:p>
            <a:r>
              <a:t>家族でアニメを見ていた時、</a:t>
            </a:r>
          </a:p>
          <a:p>
            <a:r>
              <a:t>画面に出てきたセイウチに似ていると揶揄され、</a:t>
            </a:r>
          </a:p>
          <a:p>
            <a:r>
              <a:t>ショック・悔しさ・寂しさを感じた。</a:t>
            </a:r>
          </a:p>
          <a:p/>
          <a:p>
            <a:r>
              <a:t>### ゴール</a:t>
            </a:r>
          </a:p>
          <a:p>
            <a:r>
              <a:t>痩せて夫とデートへ行く。</a:t>
            </a:r>
          </a:p>
          <a:p>
            <a:r>
              <a:t>また「可愛い」と言ってもらう。</a:t>
            </a:r>
          </a:p>
          <a:p/>
          <a:p>
            <a:r>
              <a:t>## 伝えたいこと</a:t>
            </a:r>
          </a:p>
          <a:p>
            <a:r>
              <a:t>「私の目標を見て」ではなく、</a:t>
            </a:r>
          </a:p>
          <a:p>
            <a:r>
              <a:t>「あなたにもこんな悩みない？」から物語に入ってもらう。</a:t>
            </a:r>
          </a:p>
          <a:p/>
          <a:p>
            <a:r>
              <a:t>## 改行指定</a:t>
            </a:r>
          </a:p>
          <a:p>
            <a:r>
              <a:t>- 過去の例は「言ってくれるほど」で改行する。</a:t>
            </a:r>
          </a:p>
          <a:p>
            <a:r>
              <a:t>- 現在の例は「戦友」で改行する。</a:t>
            </a:r>
          </a:p>
          <a:p>
            <a:r>
              <a:t>- 出来事の例は「揶揄され、」で改行する。</a:t>
            </a:r>
          </a:p>
          <a:p>
            <a:r>
              <a:t>- 最下部の一文は、文字サイズを調整して1行に収める。「う」など1文字だけが次行に落ちる状態は禁止。</a:t>
            </a:r>
          </a:p>
          <a:p/>
          <a:p>
            <a:r>
              <a:t>## 画像指示</a:t>
            </a:r>
          </a:p>
          <a:p>
            <a:r>
              <a:t>- あゆみんが提供した元スクリーンショットをそのまま使用する。</a:t>
            </a:r>
          </a:p>
          <a:p>
            <a:r>
              <a:t>- 顔・体型・表情をAI生成や画像編集で変更しない。</a:t>
            </a:r>
          </a:p>
          <a:p>
            <a:r>
              <a:t>- トリミングは必要最小限にし、人物の印象を変えない。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6｜「ただの日記」と「プロセス」の違い</a:t>
            </a:r>
          </a:p>
          <a:p/>
          <a:p>
            <a:r>
              <a:t>## ただの日記</a:t>
            </a:r>
          </a:p>
          <a:p>
            <a:r>
              <a:t>「今日は夜ごはんをゆで卵にしました。</a:t>
            </a:r>
          </a:p>
          <a:p>
            <a:r>
              <a:t>1週間頑張ります！」</a:t>
            </a:r>
          </a:p>
          <a:p/>
          <a:p>
            <a:r>
              <a:t>### 問題点</a:t>
            </a:r>
          </a:p>
          <a:p>
            <a:r>
              <a:t>行動の報告だけでは、</a:t>
            </a:r>
          </a:p>
          <a:p>
            <a:r>
              <a:t>続きを見る理由が弱い。</a:t>
            </a:r>
          </a:p>
          <a:p/>
          <a:p>
            <a:r>
              <a:t>## プロセス</a:t>
            </a:r>
          </a:p>
          <a:p>
            <a:r>
              <a:t>「夜は疲れ切って運動する気力がない。</a:t>
            </a:r>
          </a:p>
          <a:p>
            <a:r>
              <a:t>でも痩せたい。</a:t>
            </a:r>
          </a:p>
          <a:p/>
          <a:p>
            <a:r>
              <a:t>そこで夜ごはんをゆで卵に置き換えて1週間検証。</a:t>
            </a:r>
          </a:p>
          <a:p>
            <a:r>
              <a:t>忙しい私は変われる？」</a:t>
            </a:r>
          </a:p>
          <a:p/>
          <a:p>
            <a:r>
              <a:t>### ポイント</a:t>
            </a:r>
          </a:p>
          <a:p>
            <a:r>
              <a:t>悩み・ゴール・挑戦・続きがあるから、</a:t>
            </a:r>
          </a:p>
          <a:p>
            <a:r>
              <a:t>「どうなる？」が生まれる。</a:t>
            </a:r>
          </a:p>
          <a:p/>
          <a:p>
            <a:r>
              <a:t>## 改行指定</a:t>
            </a:r>
          </a:p>
          <a:p>
            <a:r>
              <a:t>### ただの日記欄</a:t>
            </a:r>
          </a:p>
          <a:p>
            <a:r>
              <a:t>- 「今日は夜ごはんをゆで卵にしました。」までを1文として表示する。</a:t>
            </a:r>
          </a:p>
          <a:p>
            <a:r>
              <a:t>- 「1週間頑張ります！」は2段目でよい。</a:t>
            </a:r>
          </a:p>
          <a:p>
            <a:r>
              <a:t>- 説明文は「続きを見る」で改行する。</a:t>
            </a:r>
          </a:p>
          <a:p/>
          <a:p>
            <a:r>
              <a:t>### プロセス欄</a:t>
            </a:r>
          </a:p>
          <a:p>
            <a:r>
              <a:t>- 「夜は疲れ切って運動する気力がない。」で改行する。</a:t>
            </a:r>
          </a:p>
          <a:p>
            <a:r>
              <a:t>- 「忙しい私は」で改行する。</a:t>
            </a:r>
          </a:p>
          <a:p>
            <a:r>
              <a:t>- 最下部の説明文は「あるから」で改行する。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7｜プロセスの台本は、この流れで考える</a:t>
            </a:r>
          </a:p>
          <a:p/>
          <a:p>
            <a:r>
              <a:t>## 基本の流れ</a:t>
            </a:r>
          </a:p>
          <a:p>
            <a:r>
              <a:t>共感・現在地</a:t>
            </a:r>
          </a:p>
          <a:p>
            <a:r>
              <a:t>→ ゴール</a:t>
            </a:r>
          </a:p>
          <a:p>
            <a:r>
              <a:t>→ 挑戦</a:t>
            </a:r>
          </a:p>
          <a:p>
            <a:r>
              <a:t>→ リアルな過程</a:t>
            </a:r>
          </a:p>
          <a:p>
            <a:r>
              <a:t>→ 変化・結果</a:t>
            </a:r>
          </a:p>
          <a:p>
            <a:r>
              <a:t>→ 次の展開</a:t>
            </a:r>
          </a:p>
          <a:p/>
          <a:p>
            <a:r>
              <a:t>## そのうえで明確にする3つ</a:t>
            </a:r>
          </a:p>
          <a:p/>
          <a:p>
            <a:r>
              <a:t>### 1. この投稿の目的は？</a:t>
            </a:r>
          </a:p>
          <a:p>
            <a:r>
              <a:t>例：</a:t>
            </a:r>
          </a:p>
          <a:p>
            <a:r>
              <a:t>忙しくてもできるダイエット方法を、</a:t>
            </a:r>
          </a:p>
          <a:p>
            <a:r>
              <a:t>実際に検証して見せる。</a:t>
            </a:r>
          </a:p>
          <a:p/>
          <a:p>
            <a:r>
              <a:t>### 2. 誰に届ける？</a:t>
            </a:r>
          </a:p>
          <a:p>
            <a:r>
              <a:t>例：</a:t>
            </a:r>
          </a:p>
          <a:p>
            <a:r>
              <a:t>仕事・家事・育児で、</a:t>
            </a:r>
          </a:p>
          <a:p>
            <a:r>
              <a:t>自分の時間が少ないママ。</a:t>
            </a:r>
          </a:p>
          <a:p/>
          <a:p>
            <a:r>
              <a:t>### 3. 一番伝えたいことは？</a:t>
            </a:r>
          </a:p>
          <a:p>
            <a:r>
              <a:t>例：</a:t>
            </a:r>
          </a:p>
          <a:p>
            <a:r>
              <a:t>完璧にできなくても、</a:t>
            </a:r>
          </a:p>
          <a:p>
            <a:r>
              <a:t>小さな挑戦なら始められる。</a:t>
            </a:r>
          </a:p>
          <a:p/>
          <a:p>
            <a:r>
              <a:t>## デザイン指示</a:t>
            </a:r>
          </a:p>
          <a:p>
            <a:r>
              <a:t>- 1〜3の各枠の中に具体例を入れる。</a:t>
            </a:r>
          </a:p>
          <a:p>
            <a:r>
              <a:t>- タイトル下の下線は点線ではなく一本線にする。</a:t>
            </a:r>
          </a:p>
          <a:p>
            <a:r>
              <a:t>- 各枠の中の文字は、枠の中央にバランスよく配置する。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8｜「リアルな過程」を見せる</a:t>
            </a:r>
          </a:p>
          <a:p/>
          <a:p>
            <a:r>
              <a:t>## 結論</a:t>
            </a:r>
          </a:p>
          <a:p>
            <a:r>
              <a:t>成功した姿ばかり映さなくてOK。</a:t>
            </a:r>
          </a:p>
          <a:p/>
          <a:p>
            <a:r>
              <a:t>## 見せていいもの</a:t>
            </a:r>
          </a:p>
          <a:p>
            <a:r>
              <a:t>- 迷い</a:t>
            </a:r>
          </a:p>
          <a:p>
            <a:r>
              <a:t>- 失敗</a:t>
            </a:r>
          </a:p>
          <a:p>
            <a:r>
              <a:t>- 感情</a:t>
            </a:r>
          </a:p>
          <a:p>
            <a:r>
              <a:t>- 小さな変化</a:t>
            </a:r>
          </a:p>
          <a:p>
            <a:r>
              <a:t>- 思うようにいかなかった日</a:t>
            </a:r>
          </a:p>
          <a:p>
            <a:r>
              <a:t>- 途中経過</a:t>
            </a:r>
          </a:p>
          <a:p/>
          <a:p>
            <a:r>
              <a:t>## 伝えたいこと</a:t>
            </a:r>
          </a:p>
          <a:p>
            <a:r>
              <a:t>完璧に見せ切らないことで、</a:t>
            </a:r>
          </a:p>
          <a:p>
            <a:r>
              <a:t>視聴者に「この先どうなる？」と思ってもらえる。</a:t>
            </a:r>
          </a:p>
          <a:p/>
          <a:p>
            <a:r>
              <a:t>迷い・失敗・感情・小さな変化も、</a:t>
            </a:r>
          </a:p>
          <a:p>
            <a:r>
              <a:t>一緒に見届けたくなる「物語の途中」になる。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9｜1つのゴールを、複数の投稿で見せる</a:t>
            </a:r>
          </a:p>
          <a:p/>
          <a:p>
            <a:r>
              <a:t>## アカウント全体のゴール</a:t>
            </a:r>
          </a:p>
          <a:p>
            <a:r>
              <a:t>痩せて夫とデートへ行く。</a:t>
            </a:r>
          </a:p>
          <a:p>
            <a:r>
              <a:t>また「可愛い」と言ってもらう。</a:t>
            </a:r>
          </a:p>
          <a:p/>
          <a:p>
            <a:r>
              <a:t>## 投稿の例</a:t>
            </a:r>
          </a:p>
          <a:p>
            <a:r>
              <a:t>### 投稿1</a:t>
            </a:r>
          </a:p>
          <a:p>
            <a:r>
              <a:t>ゆで卵を1週間検証</a:t>
            </a:r>
          </a:p>
          <a:p/>
          <a:p>
            <a:r>
              <a:t>### 投稿2</a:t>
            </a:r>
          </a:p>
          <a:p>
            <a:r>
              <a:t>別のダイエット方法に挑戦</a:t>
            </a:r>
          </a:p>
          <a:p/>
          <a:p>
            <a:r>
              <a:t>### 投稿3</a:t>
            </a:r>
          </a:p>
          <a:p>
            <a:r>
              <a:t>変化・結果を見せる</a:t>
            </a:r>
          </a:p>
          <a:p/>
          <a:p>
            <a:r>
              <a:t>### 投稿4</a:t>
            </a:r>
          </a:p>
          <a:p>
            <a:r>
              <a:t>次の挑戦へつなげる</a:t>
            </a:r>
          </a:p>
          <a:p/>
          <a:p>
            <a:r>
              <a:t>## 伝えたいこと</a:t>
            </a:r>
          </a:p>
          <a:p>
            <a:r>
              <a:t>1投稿ずつは独立していても、</a:t>
            </a:r>
          </a:p>
          <a:p>
            <a:r>
              <a:t>全部が同じゴールへ向かう「物語の途中」になる。</a:t>
            </a:r>
          </a:p>
          <a:p/>
          <a:p>
            <a:r>
              <a:t>## 画像指示</a:t>
            </a:r>
          </a:p>
          <a:p>
            <a:r>
              <a:t>- あゆみんが提供した元スクリーンショットをそのまま使用する。</a:t>
            </a:r>
          </a:p>
          <a:p>
            <a:r>
              <a:t>- 顔・体型・表情をAI生成や画像編集で変更しない。</a:t>
            </a:r>
          </a:p>
          <a:p>
            <a:r>
              <a:t>- スクリーンショットを丸や四角の中に配置する場合、画像の中心が枠の中心に来るように配置する。</a:t>
            </a:r>
          </a:p>
          <a:p/>
          <a:p>
            <a:r>
              <a:t>## レイアウト指示</a:t>
            </a:r>
          </a:p>
          <a:p>
            <a:r>
              <a:t>- 下部の説明文と他要素を重ねない。</a:t>
            </a:r>
          </a:p>
          <a:p>
            <a:r>
              <a:t>- 投稿例の写真・ラベル・説明文を均等に並べ、全体の重心を中央に置く。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10｜「続きが気になる」をつくる</a:t>
            </a:r>
          </a:p>
          <a:p/>
          <a:p>
            <a:r>
              <a:t>## 大切なこと</a:t>
            </a:r>
          </a:p>
          <a:p>
            <a:r>
              <a:t>ゴールを宣言するだけではなく、</a:t>
            </a:r>
          </a:p>
          <a:p>
            <a:r>
              <a:t>ゴールと過程そのものに興味を持ってもらう。</a:t>
            </a:r>
          </a:p>
          <a:p/>
          <a:p>
            <a:r>
              <a:t>## 流れ</a:t>
            </a:r>
          </a:p>
          <a:p>
            <a:r>
              <a:t>共感</a:t>
            </a:r>
          </a:p>
          <a:p>
            <a:r>
              <a:t>→ 自分事化</a:t>
            </a:r>
          </a:p>
          <a:p>
            <a:r>
              <a:t>→ 挑戦</a:t>
            </a:r>
          </a:p>
          <a:p>
            <a:r>
              <a:t>→ 過程</a:t>
            </a:r>
          </a:p>
          <a:p>
            <a:r>
              <a:t>→ 続きが気になる</a:t>
            </a:r>
          </a:p>
          <a:p/>
          <a:p>
            <a:r>
              <a:t>## 投稿のつなぎ方</a:t>
            </a:r>
          </a:p>
          <a:p>
            <a:r>
              <a:t>小さな挑戦</a:t>
            </a:r>
          </a:p>
          <a:p>
            <a:r>
              <a:t>→ 結果</a:t>
            </a:r>
          </a:p>
          <a:p>
            <a:r>
              <a:t>→ 次の挑戦</a:t>
            </a:r>
          </a:p>
          <a:p>
            <a:r>
              <a:t>→ また結果</a:t>
            </a:r>
          </a:p>
          <a:p/>
          <a:p>
            <a:r>
              <a:t>この流れを続けることで、</a:t>
            </a:r>
          </a:p>
          <a:p>
            <a:r>
              <a:t>「この人どうなる？」が生まれる。</a:t>
            </a:r>
          </a:p>
          <a:p/>
          <a:p>
            <a:r>
              <a:t>## レイアウト指示</a:t>
            </a:r>
          </a:p>
          <a:p>
            <a:r>
              <a:t>- 5つの丸と、その下の説明文のどちらかだけが強く見えすぎないようにする。</a:t>
            </a:r>
          </a:p>
          <a:p>
            <a:r>
              <a:t>- 上下の余白、丸同士の間隔、下部文章との距離を調整し、スライド全体が中央でバランスよく見えるようにする。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11｜まとめ</a:t>
            </a:r>
          </a:p>
          <a:p/>
          <a:p>
            <a:r>
              <a:t>## ポイント</a:t>
            </a:r>
          </a:p>
          <a:p>
            <a:r>
              <a:t>- まず物語のゴールを決める。</a:t>
            </a:r>
          </a:p>
          <a:p>
            <a:r>
              <a:t>- 共感できる入口をつくり、自分事化してもらう。</a:t>
            </a:r>
          </a:p>
          <a:p>
            <a:r>
              <a:t>- 日記ではなく、ゴールにつながる挑戦として見せる。</a:t>
            </a:r>
          </a:p>
          <a:p>
            <a:r>
              <a:t>- 成功だけでなく、迷い・失敗・感情・小さな変化も見せる。</a:t>
            </a:r>
          </a:p>
          <a:p>
            <a:r>
              <a:t>- 複数の投稿を同じゴールにつなげ、「この先どうなる？」をつくる。</a:t>
            </a:r>
          </a:p>
          <a:p/>
          <a:p>
            <a:r>
              <a:t>## 最後に</a:t>
            </a:r>
          </a:p>
          <a:p>
            <a:r>
              <a:t>「私の挑戦を見て」ではなく、</a:t>
            </a:r>
          </a:p>
          <a:p>
            <a:r>
              <a:t>「あなたにもこんな悩みない？」から始める。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21526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24384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24193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24193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24193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24193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9527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9527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プロセスエコノミーの台本について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1375" y="4657725"/>
            <a:ext cx="69532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24600" y="1571625"/>
            <a:ext cx="1066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190750" y="2476500"/>
            <a:ext cx="93345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90750" y="24765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19350" y="2552700"/>
            <a:ext cx="88773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プロセスエコノミーの考え方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0750" y="3257550"/>
            <a:ext cx="93345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90750" y="325755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19350" y="3333750"/>
            <a:ext cx="88773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ゴールと共感の入口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0750" y="4038600"/>
            <a:ext cx="93345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90750" y="40386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19350" y="4114800"/>
            <a:ext cx="88773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台本の組み立て方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0750" y="4819650"/>
            <a:ext cx="93345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90750" y="481965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19350" y="4895850"/>
            <a:ext cx="88773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0750" y="5600700"/>
            <a:ext cx="93345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90750" y="56007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9350" y="5676900"/>
            <a:ext cx="88773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複数投稿で物語をつなぐ・まとめ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43350" y="1571625"/>
            <a:ext cx="58293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350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915"/>
              </a:lnSpc>
              <a:spcBef>
                <a:spcPts val="0"/>
              </a:spcBef>
              <a:spcAft>
                <a:spcPts val="0"/>
              </a:spcAft>
            </a:pPr>
            <a:r>
              <a:rPr b="1" sz="27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ゴールがあるから、その途中が「物語」になる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8375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4575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スタート地点を</a:t>
            </a:r>
          </a:p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明確にする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2838450"/>
            <a:ext cx="30480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0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ゴール地点を</a:t>
            </a:r>
          </a:p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明確にする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08622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ゴールや過程そのものに興味を持ってもらえるテーマにする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3500" y="4695825"/>
            <a:ext cx="11049000" cy="13811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2100" y="4772025"/>
            <a:ext cx="105918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「100日後に水着を着たい」だけでは、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初見の視聴者には他人事になりやすい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2100" y="5629275"/>
            <a:ext cx="105918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「私もそう」「分かる」「私のことみたい」と思える背景や悩みを入れる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324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共感できる背景があると、物語に入ってもらいやすい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33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過去</a:t>
            </a:r>
          </a:p>
        </p:txBody>
      </p:sp>
      <p:pic>
        <p:nvPicPr>
          <p:cNvPr id="8" name="Picture 7" descr="IMG_2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9" name="Rounded Rectangle 8"/>
          <p:cNvSpPr/>
          <p:nvPr/>
        </p:nvSpPr>
        <p:spPr>
          <a:xfrm>
            <a:off x="30480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80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現在</a:t>
            </a:r>
          </a:p>
        </p:txBody>
      </p:sp>
      <p:pic>
        <p:nvPicPr>
          <p:cNvPr id="11" name="Picture 10" descr="IMG_21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7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4762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出来事</a:t>
            </a:r>
          </a:p>
        </p:txBody>
      </p:sp>
      <p:pic>
        <p:nvPicPr>
          <p:cNvPr id="14" name="Picture 13" descr="IMG_22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5" name="Rounded Rectangle 14"/>
          <p:cNvSpPr/>
          <p:nvPr/>
        </p:nvSpPr>
        <p:spPr>
          <a:xfrm>
            <a:off x="1762125" y="5848350"/>
            <a:ext cx="41909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62125" y="5848350"/>
            <a:ext cx="41909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あゆみんの実例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2750" y="2076450"/>
            <a:ext cx="5619750" cy="8096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1350" y="2152650"/>
            <a:ext cx="5162550" cy="657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過去：夫が「可愛い」と言ってくれるほど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仲がよかった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2750" y="3038475"/>
            <a:ext cx="5619750" cy="8096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1350" y="3114675"/>
            <a:ext cx="5162550" cy="657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現在：家庭を一緒に回す戦友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のような関係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2750" y="4048124"/>
            <a:ext cx="5619750" cy="752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家族でアニメを見ていた時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画面のセイウチに似ていると揶揄され、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2750" y="4791075"/>
            <a:ext cx="5619750" cy="390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ショック・悔しさ・寂しさを感じた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2750" y="5391150"/>
            <a:ext cx="5619750" cy="8572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53250" y="5448300"/>
            <a:ext cx="523875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また『可愛い』と言ってもらう。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37222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「私の目標を見て」ではなく「あなたにもこんな悩みない？」から物語に入ってもらう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14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4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29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9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「今日は夜ごはんをゆで卵にしました。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1週間頑張ります！」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4686300"/>
            <a:ext cx="48387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行動の報告だけでは、続きを見る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952750"/>
            <a:ext cx="4838700" cy="1752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「夜は疲れ切って運動する気力がない。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でも痩せたい。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そこで夜ごはんをゆで卵に置き換えて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1週間検証。忙しい私は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変われる？」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</a:t>
            </a:r>
          </a:p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「どうなる？」が生まれる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プロセスの台本は、この流れで考える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共感・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現在地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1000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25799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1999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3300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18099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4299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599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10400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7900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02700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8900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変化・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90200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95000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71199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3476625"/>
            <a:ext cx="1104900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そのうえで、明確にする3つ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33500" y="4248150"/>
            <a:ext cx="3486150" cy="2095499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28750" y="4410075"/>
            <a:ext cx="32956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この投稿の目的は？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5900" y="5057775"/>
            <a:ext cx="31813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忙しくてもできる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ダイエット方法を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実際に検証して見せる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14925" y="4248150"/>
            <a:ext cx="3486150" cy="2095499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0175" y="4410075"/>
            <a:ext cx="32956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誰に届ける？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7325" y="5057775"/>
            <a:ext cx="31813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仕事・家事・育児で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自分の時間が少ないママ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96350" y="4248150"/>
            <a:ext cx="3486150" cy="2095499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91600" y="4410075"/>
            <a:ext cx="32956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一番伝えたいことは？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8750" y="5057775"/>
            <a:ext cx="31813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完璧にできなくても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小さな挑戦なら始められる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「リアルな過程」を見せる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43350" y="1571625"/>
            <a:ext cx="58293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09774"/>
            <a:ext cx="110490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350"/>
              </a:lnSpc>
              <a:spcBef>
                <a:spcPts val="0"/>
              </a:spcBef>
              <a:spcAft>
                <a:spcPts val="0"/>
              </a:spcAft>
            </a:pPr>
            <a:r>
              <a:rPr b="1" sz="30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成功した姿ばかり映さなくてOK</a:t>
            </a:r>
          </a:p>
        </p:txBody>
      </p:sp>
      <p:sp>
        <p:nvSpPr>
          <p:cNvPr id="7" name="Rectangle 6"/>
          <p:cNvSpPr/>
          <p:nvPr/>
        </p:nvSpPr>
        <p:spPr>
          <a:xfrm>
            <a:off x="1333500" y="3009900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33500" y="3009900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43050" y="31051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迷い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14925" y="3009900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14925" y="3009900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24475" y="31051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失敗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6350" y="3009900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96350" y="3009900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05900" y="31051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感情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33500" y="4076699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33500" y="4076699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43050" y="41719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小さな変化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14925" y="4076699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14925" y="4076699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4475" y="41719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思うように</a:t>
            </a:r>
          </a:p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いかなかった日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96350" y="4076699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96350" y="4076699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5900" y="41719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途中経過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5448300"/>
            <a:ext cx="1104900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完璧に見せ切らないことで、「この先どうなる？」が生まれる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3500" y="5953125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迷い・失敗・感情・小さな変化も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3500" y="6353175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一緒に見届けたくなる「物語の途中」になる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1つのゴールを、複数の投稿で見せる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93441" y="1571625"/>
            <a:ext cx="7929117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33500" y="2105025"/>
            <a:ext cx="5048250" cy="4286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2105025"/>
            <a:ext cx="50482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2943225"/>
            <a:ext cx="50482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</a:t>
            </a:r>
          </a:p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また『可愛い』と言ってもらう。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2750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2750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pic>
        <p:nvPicPr>
          <p:cNvPr id="11" name="Picture 10" descr="IMG_22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140" y="2514600"/>
            <a:ext cx="1051619" cy="2057400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8734425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4425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忙しい日常</a:t>
            </a:r>
          </a:p>
        </p:txBody>
      </p:sp>
      <p:pic>
        <p:nvPicPr>
          <p:cNvPr id="14" name="Picture 13" descr="IMG_22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6815" y="2514600"/>
            <a:ext cx="1051619" cy="2057400"/>
          </a:xfrm>
          <a:prstGeom prst="rect">
            <a:avLst/>
          </a:prstGeom>
          <a:effectLst/>
        </p:spPr>
      </p:pic>
      <p:sp>
        <p:nvSpPr>
          <p:cNvPr id="15" name="Rounded Rectangle 14"/>
          <p:cNvSpPr/>
          <p:nvPr/>
        </p:nvSpPr>
        <p:spPr>
          <a:xfrm>
            <a:off x="10706100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06100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リアルな過程</a:t>
            </a:r>
          </a:p>
        </p:txBody>
      </p:sp>
      <p:pic>
        <p:nvPicPr>
          <p:cNvPr id="17" name="Picture 16" descr="IMG_22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490" y="2514600"/>
            <a:ext cx="1051619" cy="2057400"/>
          </a:xfrm>
          <a:prstGeom prst="rect">
            <a:avLst/>
          </a:prstGeom>
          <a:effectLst/>
        </p:spPr>
      </p:pic>
      <p:sp>
        <p:nvSpPr>
          <p:cNvPr id="18" name="Rectangle 17"/>
          <p:cNvSpPr/>
          <p:nvPr/>
        </p:nvSpPr>
        <p:spPr>
          <a:xfrm>
            <a:off x="1333500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8750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ゆで卵を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8575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81475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6725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6725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別のダイエット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方法に挑戦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6550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29450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24700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4700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変化・結果を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見せる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34525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7425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72675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72675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次の挑戦へ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つなげる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3500" y="630555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独立した投稿も、全部が同じゴールへ向かう「物語の途中」になる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「続きが気になる」をつくる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05224" y="1571625"/>
            <a:ext cx="6305551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47875"/>
            <a:ext cx="11049000" cy="4952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ゴールを宣言するだけではなく、ゴールと過程そのものに興味を持ってもらう</a:t>
            </a:r>
          </a:p>
        </p:txBody>
      </p:sp>
      <p:sp>
        <p:nvSpPr>
          <p:cNvPr id="7" name="Oval 6"/>
          <p:cNvSpPr/>
          <p:nvPr/>
        </p:nvSpPr>
        <p:spPr>
          <a:xfrm>
            <a:off x="1333500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0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3250" y="3552825"/>
            <a:ext cx="500062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3643312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8562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3062" y="3552825"/>
            <a:ext cx="500062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5953125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48375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62875" y="3552825"/>
            <a:ext cx="500062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8262937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8187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72687" y="3552825"/>
            <a:ext cx="500062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10572750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8000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3500" y="5029200"/>
            <a:ext cx="110490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投稿のつなぎ方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33500" y="5619750"/>
            <a:ext cx="2533650" cy="619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09700" y="5695950"/>
            <a:ext cx="238125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小さな挑戦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7150" y="5629275"/>
            <a:ext cx="3048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71950" y="5619750"/>
            <a:ext cx="2533650" cy="619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8150" y="5695950"/>
            <a:ext cx="238125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5600" y="5629275"/>
            <a:ext cx="3048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10400" y="5619750"/>
            <a:ext cx="2533650" cy="619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5695950"/>
            <a:ext cx="238125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44050" y="5629275"/>
            <a:ext cx="3048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48850" y="5619750"/>
            <a:ext cx="2533650" cy="619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5050" y="5695950"/>
            <a:ext cx="238125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また結果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3500" y="6419850"/>
            <a:ext cx="110490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この流れを続けることで、「この人どうなる？」が生まれる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6475" y="1571625"/>
            <a:ext cx="15430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619250" y="2066924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9750" y="2133600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1250" y="2133600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まず物語のゴールを決める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1619250" y="2762250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9750" y="2828925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1250" y="2828925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共感できる入口をつくり、自分事化してもらう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19250" y="3457575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09750" y="3524250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1250" y="3524250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日記ではなく、ゴールにつながる挑戦として見せる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19250" y="4152900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09750" y="4219575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1250" y="4219575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成功だけでなく、迷い・失敗・感情・小さな変化も見せる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19250" y="4848225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09750" y="4914900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1250" y="4914900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複数の投稿を同じゴールにつなげ、「この先どうなる？」をつくる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3500" y="5943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「私の挑戦を見て」ではなく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500" y="63531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「あなたにもこんな悩みない？」から始める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