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33500" y="2952750"/>
            <a:ext cx="409575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05500" y="2952750"/>
            <a:ext cx="64770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24000" y="3105150"/>
            <a:ext cx="371475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4B4B4B"/>
                </a:solidFill>
                <a:latin typeface="Zen Maru Gothic"/>
                <a:ea typeface="Zen Maru Gothic"/>
              </a:rPr>
              <a:t>×例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0" y="3105150"/>
            <a:ext cx="60960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DE5C84"/>
                </a:solidFill>
                <a:latin typeface="Zen Maru Gothic"/>
                <a:ea typeface="Zen Maru Gothic"/>
              </a:rPr>
              <a:t>○例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19250" y="3667125"/>
            <a:ext cx="352425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91250" y="3667125"/>
            <a:ext cx="590550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24000" y="3971925"/>
            <a:ext cx="371475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24000" y="5067300"/>
            <a:ext cx="371475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1250" y="3810000"/>
            <a:ext cx="59055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96000" y="4200525"/>
            <a:ext cx="60960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「太って、夫からの愛情表現が減った」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91250" y="4572000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1250" y="4857750"/>
            <a:ext cx="59055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96000" y="524827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「結婚記念日までに痩せて、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96000" y="557212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33500" y="6353175"/>
            <a:ext cx="40957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05500" y="6353175"/>
            <a:ext cx="64770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71700" y="228600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71700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91500" y="228600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91500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29250" y="2476500"/>
            <a:ext cx="19050" cy="45529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43000" y="2914650"/>
            <a:ext cx="404812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05500" y="2914650"/>
            <a:ext cx="6477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4000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4000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05500" y="3333750"/>
            <a:ext cx="6477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05650" y="3352800"/>
            <a:ext cx="5048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105650" y="3609975"/>
            <a:ext cx="504825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9825" y="3307915"/>
            <a:ext cx="476250" cy="83272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524000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524000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5905500" y="4238625"/>
            <a:ext cx="6477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7105650" y="4257675"/>
            <a:ext cx="5048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7105650" y="4514850"/>
            <a:ext cx="504825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9825" y="4213863"/>
            <a:ext cx="476250" cy="830573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524000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524000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家族で映画を見た時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セイウチに似てると言われた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5905500" y="5143500"/>
            <a:ext cx="6477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7105650" y="5162550"/>
            <a:ext cx="5048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7105650" y="5419725"/>
            <a:ext cx="504825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家族でアニメ映画を見ていた時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9825" y="5244489"/>
            <a:ext cx="476250" cy="826721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524000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524000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5905500" y="6305550"/>
            <a:ext cx="6477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7105650" y="6324600"/>
            <a:ext cx="5048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7105650" y="6581775"/>
            <a:ext cx="504825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