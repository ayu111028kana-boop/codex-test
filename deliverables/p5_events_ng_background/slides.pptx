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33500" y="2952750"/>
            <a:ext cx="409575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05500" y="2952750"/>
            <a:ext cx="64770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24000" y="3105150"/>
            <a:ext cx="37147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4B4B4B"/>
                </a:solidFill>
                <a:latin typeface="Zen Maru Gothic"/>
                <a:ea typeface="Zen Maru Gothic"/>
              </a:rPr>
              <a:t>×例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05150"/>
            <a:ext cx="6096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DE5C84"/>
                </a:solidFill>
                <a:latin typeface="Zen Maru Gothic"/>
                <a:ea typeface="Zen Maru Gothic"/>
              </a:rPr>
              <a:t>○例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19250" y="3667125"/>
            <a:ext cx="352425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1250" y="3667125"/>
            <a:ext cx="59055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24000" y="3971925"/>
            <a:ext cx="371475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4000" y="5067300"/>
            <a:ext cx="37147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3810000"/>
            <a:ext cx="59055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0" y="4200525"/>
            <a:ext cx="6096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4572000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485775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6000" y="524827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6000" y="557212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33500" y="6353175"/>
            <a:ext cx="4095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6353175"/>
            <a:ext cx="6477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7" name="NG background 1"/>
          <p:cNvSpPr/>
          <p:nvPr/>
        </p:nvSpPr>
        <p:spPr>
          <a:xfrm>
            <a:off x="1333500" y="33337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NG background 2"/>
          <p:cNvSpPr/>
          <p:nvPr/>
        </p:nvSpPr>
        <p:spPr>
          <a:xfrm>
            <a:off x="1333500" y="4238625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NG background 3"/>
          <p:cNvSpPr/>
          <p:nvPr/>
        </p:nvSpPr>
        <p:spPr>
          <a:xfrm>
            <a:off x="1333500" y="5143500"/>
            <a:ext cx="5334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NG background 4"/>
          <p:cNvSpPr/>
          <p:nvPr/>
        </p:nvSpPr>
        <p:spPr>
          <a:xfrm>
            <a:off x="1333500" y="63055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8475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0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0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8500" y="33337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524000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524000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7048500" y="4238625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524000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524000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7048500" y="5143500"/>
            <a:ext cx="5334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524000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524000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7048500" y="63055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