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43225" y="310515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43225" y="310515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58225" y="310515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58225" y="310515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04950" y="3667125"/>
            <a:ext cx="49911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19950" y="3667125"/>
            <a:ext cx="49911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09700" y="397192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506730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81000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420052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57200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85775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5721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781175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781175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781175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781175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621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sp>
        <p:nvSpPr>
          <p:cNvPr id="921" name="Rectangle 920"/>
          <p:cNvSpPr/>
          <p:nvPr/>
        </p:nvSpPr>
        <p:spPr>
          <a:xfrm>
            <a:off x="1219200" y="2209800"/>
            <a:ext cx="5562600" cy="4991100"/>
          </a:xfrm>
          <a:prstGeom prst="rect">
            <a:avLst/>
          </a:prstGeom>
          <a:noFill/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6934200" y="2209800"/>
            <a:ext cx="5562600" cy="4991100"/>
          </a:xfrm>
          <a:prstGeom prst="rect">
            <a:avLst/>
          </a:prstGeom>
          <a:noFill/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