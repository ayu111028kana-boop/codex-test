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150" y="291465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3457575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150" y="400050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onn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0670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64807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474345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48615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387667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24815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53390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49244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  <p:pic>
        <p:nvPicPr>
          <p:cNvPr id="923" name="Picture 922" descr="h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276600"/>
            <a:ext cx="361950" cy="361950"/>
          </a:xfrm>
          <a:prstGeom prst="rect">
            <a:avLst/>
          </a:prstGeom>
        </p:spPr>
      </p:pic>
      <p:pic>
        <p:nvPicPr>
          <p:cNvPr id="924" name="Picture 923" descr="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4181475"/>
            <a:ext cx="361950" cy="361950"/>
          </a:xfrm>
          <a:prstGeom prst="rect">
            <a:avLst/>
          </a:prstGeom>
        </p:spPr>
      </p:pic>
      <p:pic>
        <p:nvPicPr>
          <p:cNvPr id="925" name="Picture 924" descr="mes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086350"/>
            <a:ext cx="361950" cy="361950"/>
          </a:xfrm>
          <a:prstGeom prst="rect">
            <a:avLst/>
          </a:prstGeom>
        </p:spPr>
      </p:pic>
      <p:pic>
        <p:nvPicPr>
          <p:cNvPr id="926" name="Picture 925" descr="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624840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