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62302" y="1457325"/>
            <a:ext cx="2591395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1625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714625"/>
            <a:ext cx="4838700" cy="2305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「夜は疲れて何もしたくない。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31566" y="1571625"/>
            <a:ext cx="745286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1462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462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26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409" y="3600450"/>
            <a:ext cx="1135930" cy="2457450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0250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10250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0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034" y="3600450"/>
            <a:ext cx="1135930" cy="2457450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587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587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4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659" y="3600450"/>
            <a:ext cx="1135930" cy="2457450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挑戦宣言なので、過程・結果は次の投稿へ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投稿の目的に合わせて、必要な要素を使い分ける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予定通りいかなかった出来事も、投稿ネタに変えられる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12" y="3476625"/>
            <a:ext cx="973025" cy="2105025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4925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4925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37" y="3476625"/>
            <a:ext cx="973025" cy="2105025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635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635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62" y="3476625"/>
            <a:ext cx="973025" cy="2105025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完璧に見せすぎないから、「この先どうなる？」が生まれる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90999" y="1943100"/>
            <a:ext cx="5334000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90999" y="1943100"/>
            <a:ext cx="5334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390775"/>
            <a:ext cx="110490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16時間断食結果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違うテーマの投稿でも、同じゴールにつながっていれば1つの物語になる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81475" y="1571625"/>
            <a:ext cx="535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9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8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5000" y="27717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5499" y="28003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5450" y="28003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28003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5000" y="328612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499" y="331470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5450" y="331470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331470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5000" y="38004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5499" y="38290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5450" y="38290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500" y="38290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05000" y="431482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95499" y="434340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5450" y="434340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0" y="434340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5000" y="48291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95499" y="48577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5450" y="48577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48577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5391150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3500" y="5838825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「なぜ？」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0" y="6105525"/>
            <a:ext cx="1143000" cy="171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3500" y="6305550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「次は何を変える？」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3500" y="6638925"/>
            <a:ext cx="110490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1投稿だけで判断せず、投稿数がたまってから傾向を見る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38349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38349" y="21145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9250" y="27622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8349" y="28384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日記ではなく、「この先どうなる？」と思える挑戦にする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9250" y="34861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8349" y="35623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42100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8349" y="42862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9250" y="49339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38349" y="50101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投稿後は、数字を見る → 仮説を立てる → 次で改善する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57435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500" y="61626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