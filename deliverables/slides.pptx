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2｜プロセスエコノミーとは？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27146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3705224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39528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</a:t>
            </a:r>
          </a:p>
        </p:txBody>
      </p:sp>
      <p:pic>
        <p:nvPicPr>
          <p:cNvPr id="15" name="Picture 14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481" y="4648200"/>
            <a:ext cx="925036" cy="180975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076450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2750" y="2076450"/>
            <a:ext cx="76200" cy="809625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1350" y="2152650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2750" y="3038475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2750" y="3038475"/>
            <a:ext cx="76200" cy="809625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3114675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048124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0" y="4791075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5391150"/>
            <a:ext cx="5619750" cy="8572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250" y="5448300"/>
            <a:ext cx="523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「今日は夜ごはんをゆで卵にしました。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1週間頑張ります！」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</a:t>
            </a:r>
          </a:p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「どうなる？」が生まれる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完璧に見せ切らないことで、「この先どうなる？」が生まれる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595312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5317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一緒に見届けたくなる「物語の途中」になる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