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04800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6287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777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9263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0750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23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3726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521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670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818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9677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1165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2652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414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562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711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8603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009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579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3066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45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6042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7530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9017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050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1993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3480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496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6456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794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4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091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407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382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87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83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84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1333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82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4309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5796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728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8772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10260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1747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32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4723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6210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769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9186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067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0216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364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5137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6625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8112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960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7108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8257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94063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0555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17039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28526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4001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51502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29900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0764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0764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1526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28194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28194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28956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5623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5623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6385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305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305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381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0482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0482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1244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</a:t>
            </a:r>
          </a:p>
        </p:txBody>
      </p:sp>
      <p:sp>
        <p:nvSpPr>
          <p:cNvPr id="21" name="Contents 6 0"/>
          <p:cNvSpPr/>
          <p:nvPr/>
        </p:nvSpPr>
        <p:spPr>
          <a:xfrm>
            <a:off x="3190875" y="57912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ntents 6 1"/>
          <p:cNvSpPr/>
          <p:nvPr/>
        </p:nvSpPr>
        <p:spPr>
          <a:xfrm>
            <a:off x="3190875" y="57912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ntents 6 2"/>
          <p:cNvSpPr txBox="1"/>
          <p:nvPr/>
        </p:nvSpPr>
        <p:spPr>
          <a:xfrm>
            <a:off x="3514725" y="58674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投稿後の分析と改善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共感できる背景があると物語に入ってもらいやすい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2632502"/>
            <a:ext cx="1619250" cy="28312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2636150"/>
            <a:ext cx="1619250" cy="28239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0" y="2642699"/>
            <a:ext cx="1619250" cy="28108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743099" indent="-743099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 marL="74309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743099" indent="-743099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 marL="74309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2768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990749" indent="-990749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 marL="99074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</a:t>
            </a:r>
          </a:p>
          <a:p>
            <a:pPr algn="l" marL="99074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1462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462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0250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0250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587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587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24003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14500" y="1866900"/>
            <a:ext cx="10287000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499" y="1866899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499" y="26670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499" y="34671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499" y="42672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499" y="50673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