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プロセスエコノミーの台本について。講師：あゆみん（YOLO7期生）。視聴者が自分事化し、続きを見たくなる発信を、実際のリールと改善の考え方までつなげて説明する。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目次は5章。プロセスエコノミーの考え方、ゴールと共感の入口、台本の組み立て方、リアルな過程の見せ方、複数投稿で物語をつなぐ・まとめ。最後に投稿後の数字を見て改善する方法も扱う。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型は、ただ挑戦の過程を見せるだけではない。初見の視聴者はまだ発信者本人に興味がない。まず「私も同じ」「分かる」と思える入口を作る。スタート地点からゴールまでの変化を見せることで、日々の投稿が一つの物語になる。共感→自分事化→続きが気になる→応援したくなる→ファン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ゴールがあるから、その途中が物語になる。スタート地点とゴール地点を明確にする。「100日後に水着を着たい」だけでは、自分には関係ないと感じる人もいる。なぜそのゴールを目指すのか、背景や悩みまで見せる。ゴールや過程そのものに興味を持ってもらえるかも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去は夫が「可愛い」と言ってくれるほど仲がよかった。現在は家庭を一緒に回す戦友のような関係。家族でアニメを見ていた時にセイウチに似ていると揶揄され、ショック・悔しさ・寂しさを感じた。「私の目標を見て」ではなく「あなたにもこんな悩みない？」という入口を作る。未来・ゴールのカードはこのページに置かず、9Pで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記は「今日は夜ごはんをゆで卵にした。1週間頑張る」という行動の報告で終わる。プロセスは、夜になると疲れて何もしたくない、でも痩せたいという悩みとゴールから始まる。自分だけ別のダイエットごはんを作るのは正直めんどくさい。そこで夜ごはんをゆで卵に変えたらどうなるか1週間検証する。悩み・ゴール・挑戦・続きがあるから「どうなる？」が生まれる。これは本人の投稿内容を台本構成として扱う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1本のリールの型は、①冒頭：悩み・興味を引く、②共感・現在地：「私も」と思ってもらう、③挑戦：何をするのか見せる、④過程・結果：リアルな変化を見せる、⑤次の展開：続きを見る理由を作る。</a:t>
            </a:r>
          </a:p>
          <a:p>
            <a:r>
              <a:t>あゆみんの実例「ゆで卵1週間検証」は挑戦宣言の投稿。</a:t>
            </a:r>
          </a:p>
          <a:p>
            <a:r>
              <a:t>①冒頭：「1週間、夜ご飯をゆで卵3個に置き換えたらどれだけ痩せる？」</a:t>
            </a:r>
          </a:p>
          <a:p>
            <a:r>
              <a:t>②共感・現在地：「家族5人分のごはんを作るだけでも白目。自分のためだけにダイエットメニューを作るなんて無理ゲー…」</a:t>
            </a:r>
          </a:p>
          <a:p>
            <a:r>
              <a:t>③挑戦：「子どもたち用にいつも大量に茹でてるゆで卵ならできそう！夜ご飯をゆで卵3個にして1週間検証」</a:t>
            </a:r>
          </a:p>
          <a:p>
            <a:r>
              <a:t>⑤次の展開：「どれくらい変化あるんか結果が気になる人はフォローして待っててな〜」</a:t>
            </a:r>
          </a:p>
          <a:p>
            <a:r>
              <a:t>この時点では④過程・結果はまだない。毎回①〜⑤を全部使う必要はない。挑戦宣言・途中経過・結果発表など、投稿の目的に合わせて必要な要素を使い分ける。</a:t>
            </a:r>
          </a:p>
          <a:p>
            <a:r>
              <a:t>台本を作る前に「この投稿の目的は？」「誰に届ける？」「一番伝えたいことは？」を考える。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HIITは短い運動と休憩を繰り返すトレーニング。ここでは効果を紹介するのではなく、予定外の出来事をどうコンテンツに変えたかを説明する。</a:t>
            </a:r>
          </a:p>
          <a:p>
            <a:r>
              <a:t>成功した姿だけでなく、迷い・失敗・感情・小さな変化・思うようにいかなかった日・途中経過もコンテンツになる。</a:t>
            </a:r>
          </a:p>
          <a:p>
            <a:r>
              <a:t>実例：HIITを1週間検証したところ−2.9kgという変化があった。しかし途中で風邪をひき、喉が痛くて食事量も減った。そのため「−2.9kgはHIITだけの結果ではない」と正直に伝えた。HIITの効果として数字を断定しない。</a:t>
            </a:r>
          </a:p>
          <a:p>
            <a:r>
              <a:t>予定通りの検証にはならなかったが、「このまま終わるのはもったいないし悔しい」という感情を「もう1週間再チャレンジする」という次の投稿へつなげた。</a:t>
            </a:r>
          </a:p>
          <a:p>
            <a:r>
              <a:t>出来事を報告するだけなら日記。「そこから何を伝えられる？」「次にどうする？」まで考えるとコンテンツになる。</a:t>
            </a:r>
          </a:p>
          <a:p>
            <a:r>
              <a:t>完璧に見せすぎないことで「この先どうなる？」が生まれる。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カウント全体のゴールは「痩せて夫とデートへ行く。また『可愛い』と言ってもらう」。実際の投稿を、なわとび検証→16時間断食結果→ワンピ再挑戦の順に紹介する。運動・食事・服で変化を確かめるという違うテーマでも、同じゴールへ向かっていれば一つの物語になる。ここで新たな減量結果や成果を創作しない。1本ごとのリール構成は7Pで説明し、このページではアカウント全体で投稿をつなぐ考え方を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このページは今後初心者が分析するときに使う考え方・チェック基準。あゆみんの実分析を行った事例ではない。</a:t>
            </a:r>
          </a:p>
          <a:p>
            <a:r>
              <a:t>投稿する→数字を見る→原因を考える→次の投稿で改善する。</a:t>
            </a:r>
          </a:p>
          <a:p>
            <a:r>
              <a:t>再生数が伸びないなら、冒頭の悩みやテーマがターゲットに合っていたかを考える。</a:t>
            </a:r>
          </a:p>
          <a:p>
            <a:r>
              <a:t>再生されても途中で離脱されるなら、前置きの長さや続きを見たくなる展開を確認する。</a:t>
            </a:r>
          </a:p>
          <a:p>
            <a:r>
              <a:t>共感コメントが多くてもフォローが増えないなら、今後のゴールやフォローする理由が伝わっているかを考える。次の投稿では挑戦のゴールや今後の検証を明確にする、という仮説を立てる。</a:t>
            </a:r>
          </a:p>
          <a:p>
            <a:r>
              <a:t>経過報告の反応が弱ければ、視聴者にとっての発見・見どころを確認する。</a:t>
            </a:r>
          </a:p>
          <a:p>
            <a:r>
              <a:t>特定テーマだけ反応が良ければ、どんな悩み・切り口が響いたのか考える。</a:t>
            </a:r>
          </a:p>
          <a:p>
            <a:r>
              <a:t>数字が悪いことは投稿全部がダメという意味ではない。「なぜ？」「次は何を変える？」という仮説を立てる。仮説を原因と断定しない。1投稿だけで判断せず、投稿数がたまってから傾向を見る。具体的な投稿数の基準はここでは設定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：①物語のゴールと共感の入口を決める。②ただの日記ではなく、この先どうなると思える挑戦にする。③日常の失敗や変化も、そこから何を伝えられるかに変換する。④一つのゴールに向かって複数投稿をつなげる。⑤投稿して終わりではなく、数字を見る→仮説を立てる→次で改善する。「私の挑戦を見て」ではなく「あなたにもこんな悩みない？」から始める。その先に共感→自分事化→続きが気になる→応援→ファン化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76975" y="2152650"/>
            <a:ext cx="1162050" cy="116205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0" y="2438400"/>
            <a:ext cx="0" cy="59055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72250" y="24193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0" y="24193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2250" y="24193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43750" y="24193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0" y="29527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0" y="29527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" y="3667125"/>
            <a:ext cx="121539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プロセスエコノミーの台本について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81375" y="4657725"/>
            <a:ext cx="69532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33500" y="4905375"/>
            <a:ext cx="1104900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講師：あゆみん（YOLO7期生）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28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23900"/>
            <a:ext cx="121539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CONTENTS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562302" y="1457325"/>
            <a:ext cx="2591395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190875" y="2314575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90875" y="23145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14725" y="23907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プロセスエコノミーの考え方</a:t>
            </a:r>
          </a:p>
        </p:txBody>
      </p:sp>
      <p:sp>
        <p:nvSpPr>
          <p:cNvPr id="9" name="Rectangle 8"/>
          <p:cNvSpPr/>
          <p:nvPr/>
        </p:nvSpPr>
        <p:spPr>
          <a:xfrm>
            <a:off x="3190875" y="3105150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90875" y="31051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4725" y="31813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ゴールと共感の入口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90875" y="3895725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90875" y="389572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4725" y="397192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台本の組み立て方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90875" y="4686300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90875" y="46863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14725" y="47625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リアルな過程の見せ方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90875" y="5476875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90875" y="54768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14725" y="55530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複数投稿で物語をつなぐ・まとめ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943350" y="1571625"/>
            <a:ext cx="58293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2009774"/>
            <a:ext cx="11049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241"/>
              </a:lnSpc>
              <a:spcBef>
                <a:spcPts val="0"/>
              </a:spcBef>
              <a:spcAft>
                <a:spcPts val="0"/>
              </a:spcAft>
            </a:pPr>
            <a:r>
              <a:rPr b="1" sz="29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ただ挑戦の過程を見せることではない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91465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視聴者が「私も」と自分を重ねられる入口をつくり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457575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スタートからゴールまでの変化を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00050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「この先どうなる？」と一緒に見届けてもらう発信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3350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45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26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59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21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502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122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7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578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98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740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1654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ファンに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まず「物語のゴール」を決める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67100" y="1571625"/>
            <a:ext cx="67818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1962150"/>
            <a:ext cx="1104900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915"/>
              </a:lnSpc>
              <a:spcBef>
                <a:spcPts val="0"/>
              </a:spcBef>
              <a:spcAft>
                <a:spcPts val="0"/>
              </a:spcAft>
            </a:pPr>
            <a:r>
              <a:rPr b="1" sz="27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ゴールがあるから、その途中が「物語」になる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2238375" y="2828925"/>
            <a:ext cx="4467225" cy="10096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14575" y="2905125"/>
            <a:ext cx="43148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スタート地点を明確にする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0" y="2838450"/>
            <a:ext cx="30480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10400" y="2828925"/>
            <a:ext cx="4467225" cy="10096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2905125"/>
            <a:ext cx="43148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ゴール地点を明確にする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3500" y="408622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ゴールや過程そのものに興味を持ってもらえるテーマにする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33500" y="4695825"/>
            <a:ext cx="11049000" cy="13811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62100" y="4772025"/>
            <a:ext cx="10591800" cy="742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「100日後に水着を着たい」だけでは、</a:t>
            </a:r>
          </a:p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初見の視聴者には他人事になりやすい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2100" y="5629275"/>
            <a:ext cx="105918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「私もそう」「分かる」「私のことみたい」と思える背景や悩みを入れる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324600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共感できる背景があると、物語に入ってもらいやすい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共感で「自分事化」してもらう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67100" y="1571625"/>
            <a:ext cx="67818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3335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35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過去</a:t>
            </a:r>
          </a:p>
        </p:txBody>
      </p:sp>
      <p:pic>
        <p:nvPicPr>
          <p:cNvPr id="8" name="Picture 7" descr="IMG_2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278" y="2514600"/>
            <a:ext cx="1567692" cy="3067050"/>
          </a:xfrm>
          <a:prstGeom prst="rect">
            <a:avLst/>
          </a:prstGeom>
          <a:effectLst/>
        </p:spPr>
      </p:pic>
      <p:sp>
        <p:nvSpPr>
          <p:cNvPr id="9" name="Rounded Rectangle 8"/>
          <p:cNvSpPr/>
          <p:nvPr/>
        </p:nvSpPr>
        <p:spPr>
          <a:xfrm>
            <a:off x="30480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80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現在</a:t>
            </a:r>
          </a:p>
        </p:txBody>
      </p:sp>
      <p:pic>
        <p:nvPicPr>
          <p:cNvPr id="11" name="Picture 10" descr="IMG_21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778" y="2514600"/>
            <a:ext cx="1567692" cy="3067050"/>
          </a:xfrm>
          <a:prstGeom prst="rect">
            <a:avLst/>
          </a:prstGeom>
          <a:effectLst/>
        </p:spPr>
      </p:pic>
      <p:sp>
        <p:nvSpPr>
          <p:cNvPr id="12" name="Rounded Rectangle 11"/>
          <p:cNvSpPr/>
          <p:nvPr/>
        </p:nvSpPr>
        <p:spPr>
          <a:xfrm>
            <a:off x="47625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25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出来事</a:t>
            </a:r>
          </a:p>
        </p:txBody>
      </p:sp>
      <p:pic>
        <p:nvPicPr>
          <p:cNvPr id="14" name="Picture 13" descr="IMG_22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278" y="2514600"/>
            <a:ext cx="1567692" cy="3067050"/>
          </a:xfrm>
          <a:prstGeom prst="rect">
            <a:avLst/>
          </a:prstGeom>
          <a:effectLst/>
        </p:spPr>
      </p:pic>
      <p:sp>
        <p:nvSpPr>
          <p:cNvPr id="15" name="Rounded Rectangle 14"/>
          <p:cNvSpPr/>
          <p:nvPr/>
        </p:nvSpPr>
        <p:spPr>
          <a:xfrm>
            <a:off x="1762125" y="5848350"/>
            <a:ext cx="41909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62125" y="5848350"/>
            <a:ext cx="41909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あゆみんの実例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2750" y="2286000"/>
            <a:ext cx="5619750" cy="1047749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1350" y="2362200"/>
            <a:ext cx="5162550" cy="895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過去：夫が「可愛い」と言ってくれるほど</a:t>
            </a:r>
          </a:p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仲がよかった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2750" y="3486150"/>
            <a:ext cx="5619750" cy="1047749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1350" y="3562350"/>
            <a:ext cx="5162550" cy="895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現在：家庭を一緒に回す戦友</a:t>
            </a:r>
          </a:p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のような関係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2750" y="4686300"/>
            <a:ext cx="5619750" cy="14097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1350" y="4762500"/>
            <a:ext cx="5162550" cy="1257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出来事：家族でアニメを見ていた時</a:t>
            </a:r>
          </a:p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画面のセイウチに似ていると揶揄され、</a:t>
            </a:r>
          </a:p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ショック・悔しさ・寂しさを感じた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3500" y="637222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「私の目標を見て」ではなく「あなたにもこんな悩みない？」から物語に入ってもらう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「ただの日記」と「プロセス」の違い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52725" y="1571625"/>
            <a:ext cx="82105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33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14625" y="2133600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14625" y="2133600"/>
            <a:ext cx="2571750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ただの日記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29625" y="2133600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29625" y="2133600"/>
            <a:ext cx="2571750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プロセス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114675"/>
            <a:ext cx="4838700" cy="9334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「今日は夜ごはんをゆで卵にした。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1週間頑張る！」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4686300"/>
            <a:ext cx="4838700" cy="76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行動の報告だけでは、続きを見る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理由が弱い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2714625"/>
            <a:ext cx="4838700" cy="2305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「夜は疲れて何もしたくない。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でも痩せたい。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自分だけ別のダイエットごはんを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作るのは正直めんどくさい。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そこで夜ごはんをゆで卵に変えて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どうなるか1週間検証！」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000750"/>
            <a:ext cx="11049000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悩み・ゴール・挑戦・続きがあるから「どうなる？」が生まれる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1本のリールは、この流れで考える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131566" y="1571625"/>
            <a:ext cx="7452867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33500" y="1952624"/>
            <a:ext cx="1981199" cy="8382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06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① 冒頭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06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悩み・興味を引く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7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450" y="1952624"/>
            <a:ext cx="1981199" cy="8382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② 共感・現在地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「私も」の入口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16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67400" y="1952624"/>
            <a:ext cx="1981199" cy="8382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45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③ 挑戦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45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挑戦内容を示す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6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4350" y="1952624"/>
            <a:ext cx="1981199" cy="8382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5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④ 過程・結果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リアルな変化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55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01300" y="1952624"/>
            <a:ext cx="1981199" cy="8382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584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⑤ 次の展開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84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2952750"/>
            <a:ext cx="7000875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あゆみんの実例：ゆで卵1週間検証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33500" y="3486150"/>
            <a:ext cx="700087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8750" y="3533775"/>
            <a:ext cx="109537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① 冒頭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71750" y="3533775"/>
            <a:ext cx="566737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ゆで卵3個で、どれだけ痩せる？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33500" y="4076699"/>
            <a:ext cx="700087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28750" y="4124325"/>
            <a:ext cx="109537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② 共感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71750" y="4124325"/>
            <a:ext cx="566737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家族5人分のごはんだけでも白目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33500" y="4667250"/>
            <a:ext cx="700087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28750" y="4714875"/>
            <a:ext cx="109537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③ 挑戦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71750" y="4714875"/>
            <a:ext cx="566737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夜ご飯をゆで卵3個にして1週間検証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33500" y="5257800"/>
            <a:ext cx="700087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28750" y="5305425"/>
            <a:ext cx="109537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⑤ 次へ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71750" y="5305425"/>
            <a:ext cx="5667375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結果が気になる人はフォローして待って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20125" y="3038475"/>
            <a:ext cx="1047749" cy="3238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20125" y="3038475"/>
            <a:ext cx="1047749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冒頭</a:t>
            </a:r>
          </a:p>
        </p:txBody>
      </p:sp>
      <p:pic>
        <p:nvPicPr>
          <p:cNvPr id="40" name="Picture 39" descr="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0125" y="3467234"/>
            <a:ext cx="1047749" cy="2266681"/>
          </a:xfrm>
          <a:prstGeom prst="rect">
            <a:avLst/>
          </a:prstGeom>
          <a:effectLst/>
        </p:spPr>
      </p:pic>
      <p:sp>
        <p:nvSpPr>
          <p:cNvPr id="41" name="TextBox 40"/>
          <p:cNvSpPr txBox="1"/>
          <p:nvPr/>
        </p:nvSpPr>
        <p:spPr>
          <a:xfrm>
            <a:off x="9667875" y="4343400"/>
            <a:ext cx="266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934575" y="3038475"/>
            <a:ext cx="1047749" cy="3238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34575" y="3038475"/>
            <a:ext cx="1047749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pic>
        <p:nvPicPr>
          <p:cNvPr id="44" name="Picture 43" descr="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4575" y="3467234"/>
            <a:ext cx="1047749" cy="2266681"/>
          </a:xfrm>
          <a:prstGeom prst="rect">
            <a:avLst/>
          </a:prstGeom>
          <a:effectLst/>
        </p:spPr>
      </p:pic>
      <p:sp>
        <p:nvSpPr>
          <p:cNvPr id="45" name="TextBox 44"/>
          <p:cNvSpPr txBox="1"/>
          <p:nvPr/>
        </p:nvSpPr>
        <p:spPr>
          <a:xfrm>
            <a:off x="10982325" y="4343400"/>
            <a:ext cx="266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1249025" y="3038475"/>
            <a:ext cx="1047749" cy="3238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249025" y="3038475"/>
            <a:ext cx="1047749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次の展開</a:t>
            </a:r>
          </a:p>
        </p:txBody>
      </p:sp>
      <p:pic>
        <p:nvPicPr>
          <p:cNvPr id="48" name="Picture 47" descr="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9025" y="3467234"/>
            <a:ext cx="1047749" cy="2266681"/>
          </a:xfrm>
          <a:prstGeom prst="rect">
            <a:avLst/>
          </a:prstGeom>
          <a:effectLst/>
        </p:spPr>
      </p:pic>
      <p:sp>
        <p:nvSpPr>
          <p:cNvPr id="49" name="TextBox 48"/>
          <p:cNvSpPr txBox="1"/>
          <p:nvPr/>
        </p:nvSpPr>
        <p:spPr>
          <a:xfrm>
            <a:off x="1333500" y="6248400"/>
            <a:ext cx="110490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挑戦宣言には④過程・結果はまだない。目的に合わせて要素を使い分ける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「リアルな過程」を投稿ネタに変える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52725" y="1571625"/>
            <a:ext cx="82105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1866899"/>
            <a:ext cx="110490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予定通りいかなかった出来事も、投稿ネタに変えられる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3500" y="2876550"/>
            <a:ext cx="3486150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33500" y="2876550"/>
            <a:ext cx="34861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350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12" y="3476625"/>
            <a:ext cx="973025" cy="2105025"/>
          </a:xfrm>
          <a:prstGeom prst="rect">
            <a:avLst/>
          </a:prstGeom>
          <a:effectLst/>
        </p:spPr>
      </p:pic>
      <p:sp>
        <p:nvSpPr>
          <p:cNvPr id="11" name="TextBox 10"/>
          <p:cNvSpPr txBox="1"/>
          <p:nvPr/>
        </p:nvSpPr>
        <p:spPr>
          <a:xfrm>
            <a:off x="280035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HIITを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9650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4925" y="2876550"/>
            <a:ext cx="3486150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14925" y="2876550"/>
            <a:ext cx="34861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予定外の出来事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4925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837" y="3476625"/>
            <a:ext cx="973025" cy="2105025"/>
          </a:xfrm>
          <a:prstGeom prst="rect">
            <a:avLst/>
          </a:prstGeom>
          <a:effectLst/>
        </p:spPr>
      </p:pic>
      <p:sp>
        <p:nvSpPr>
          <p:cNvPr id="17" name="TextBox 16"/>
          <p:cNvSpPr txBox="1"/>
          <p:nvPr/>
        </p:nvSpPr>
        <p:spPr>
          <a:xfrm>
            <a:off x="6581775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風邪で食事量減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−2.9kgは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HIITだけの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結果ではないと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正直に伝えた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1075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96350" y="2876550"/>
            <a:ext cx="3486150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96350" y="2876550"/>
            <a:ext cx="348615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次の挑戦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635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5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262" y="3476625"/>
            <a:ext cx="973025" cy="2105025"/>
          </a:xfrm>
          <a:prstGeom prst="rect">
            <a:avLst/>
          </a:prstGeom>
          <a:effectLst/>
        </p:spPr>
      </p:pic>
      <p:sp>
        <p:nvSpPr>
          <p:cNvPr id="23" name="TextBox 22"/>
          <p:cNvSpPr txBox="1"/>
          <p:nvPr/>
        </p:nvSpPr>
        <p:spPr>
          <a:xfrm>
            <a:off x="1036320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もう1週間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延長して検証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結果を再報告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6010275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報告だけ＝日記 ／ 伝えられること・次にすることを考える＝コンテンツ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648652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完璧に見せすぎないから、「この先どうなる？」が生まれる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1つのゴールを、複数の投稿で見せる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93441" y="1571625"/>
            <a:ext cx="7929117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190999" y="1943100"/>
            <a:ext cx="5334000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90999" y="1943100"/>
            <a:ext cx="5334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アカウント全体のゴール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2390775"/>
            <a:ext cx="11049000" cy="742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</a:t>
            </a:r>
          </a:p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また『可愛い』と言ってもらう。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181350"/>
            <a:ext cx="11430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なわとび検証</a:t>
            </a:r>
          </a:p>
        </p:txBody>
      </p:sp>
      <p:pic>
        <p:nvPicPr>
          <p:cNvPr id="11" name="Picture 10" descr="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50482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16時間断食結果</a:t>
            </a:r>
          </a:p>
        </p:txBody>
      </p:sp>
      <p:pic>
        <p:nvPicPr>
          <p:cNvPr id="14" name="Picture 13" descr="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4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82867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ワンピ再挑戦</a:t>
            </a:r>
          </a:p>
        </p:txBody>
      </p:sp>
      <p:pic>
        <p:nvPicPr>
          <p:cNvPr id="17" name="Picture 16" descr="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6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1333500" y="6515100"/>
            <a:ext cx="110490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違うテーマの投稿でも、同じゴールにつながっていれば1つの物語になる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投稿して終わりにしない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81475" y="1571625"/>
            <a:ext cx="53530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335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1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195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81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数字を見る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104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原因を考える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40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4885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50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次の投稿で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改善する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3500" y="2895600"/>
            <a:ext cx="11049000" cy="60007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6850" y="2933700"/>
            <a:ext cx="3905249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再生数が伸びない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76875" y="2933700"/>
            <a:ext cx="40005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1225" y="2933700"/>
            <a:ext cx="6219825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冒頭の悩み・テーマはターゲットに合っていた？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33500" y="3562350"/>
            <a:ext cx="11049000" cy="60007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6850" y="3600450"/>
            <a:ext cx="3905249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途中で離脱される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76875" y="3600450"/>
            <a:ext cx="40005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91225" y="3600450"/>
            <a:ext cx="6219825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前置きや展開は、続きを見たくなる内容？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33500" y="4229100"/>
            <a:ext cx="11049000" cy="60007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66850" y="4267200"/>
            <a:ext cx="3905249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共感は多いがフォローが少ない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76875" y="4267200"/>
            <a:ext cx="40005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91225" y="4267200"/>
            <a:ext cx="6219825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ゴールやフォローする理由が伝わった？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33500" y="4895850"/>
            <a:ext cx="11049000" cy="60007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66850" y="4933950"/>
            <a:ext cx="3905249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経過報告の反応が弱い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76875" y="4933950"/>
            <a:ext cx="40005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91225" y="4933950"/>
            <a:ext cx="6219825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視聴者にとっての発見や見どころがある？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33500" y="5562600"/>
            <a:ext cx="11049000" cy="60007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66850" y="5600700"/>
            <a:ext cx="3905249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特定テーマだけ反応が良い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76875" y="5600700"/>
            <a:ext cx="40005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91225" y="5600700"/>
            <a:ext cx="6219825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どんな悩み・切り口が響いた？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050" y="6229350"/>
            <a:ext cx="121539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数字が悪い＝投稿全部がダメではない。「なぜ？」「次は何を変える？」を考える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33500" y="6619875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1投稿だけで判断せず、投稿数がたまってから傾向を見る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まとめ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6475" y="1571625"/>
            <a:ext cx="15430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619250" y="2038349"/>
            <a:ext cx="10477500" cy="5905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38349" y="2114550"/>
            <a:ext cx="98298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物語のゴールと共感の入口を決める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1619250" y="2762250"/>
            <a:ext cx="10477500" cy="5905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38349" y="2838450"/>
            <a:ext cx="98298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日記ではなく、「この先どうなる？」と思える挑戦にする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19250" y="3486150"/>
            <a:ext cx="10477500" cy="5905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38349" y="3562350"/>
            <a:ext cx="98298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日常の失敗や変化を「そこから何を伝えられる？」に変換する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19250" y="4210050"/>
            <a:ext cx="10477500" cy="5905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38349" y="4286250"/>
            <a:ext cx="98298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1つのゴールに向かって複数投稿をつなげる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19250" y="4933950"/>
            <a:ext cx="10477500" cy="5905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38349" y="5010150"/>
            <a:ext cx="98298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投稿後は、数字を見る → 仮説を立てる → 次で改善する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574357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「私の挑戦を見て」ではなく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3500" y="616267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「あなたにもこんな悩みない？」から始める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3500" y="6619875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 → 自分事化 → 続きが気になる → 応援 → ファン化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プロセスエコノミーの台本について</dc:title>
  <dc:subject>YOLO生向け講義教材</dc:subject>
  <dc:creator>あゆみん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