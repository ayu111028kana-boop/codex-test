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ゆで卵1週間検証、別のダイエット検証、結果発表、次の挑戦へと投稿をつなげる。一つずつ独立していても、すべてが同じゴールへ向かう物語の途中になる。1本の投稿ですべてを完結させなくてもよい。複数投稿が同じゴールにつながることで「次も見たい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48124" y="2390775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8124" y="3181350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8124" y="3971925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8124" y="4762500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8124" y="5553075"/>
            <a:ext cx="6191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375" y="2390775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1375" y="3181350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1375" y="3971925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375" y="4762500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1375" y="5553075"/>
            <a:ext cx="4762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2952750"/>
            <a:ext cx="700087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あゆみんの実例：ゆで卵1週間検証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3500" y="34861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35337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1750" y="35337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ゆで卵3個で、どれだけ痩せる？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00050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8750" y="4048124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0" y="4048124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家族5人分のごはんだけでも白目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33500" y="45148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45624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1750" y="45624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夜ご飯をゆで卵3個にして1週間検証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3500" y="502920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507682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1750" y="507682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結果が気になる人はフォローして待って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2012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012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40" name="Picture 39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695" y="3467100"/>
            <a:ext cx="946608" cy="2047875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9667875" y="4248150"/>
            <a:ext cx="266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457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457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44" name="Picture 4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145" y="3467100"/>
            <a:ext cx="946608" cy="2047875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10982325" y="4248150"/>
            <a:ext cx="266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4902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902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48" name="Picture 47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9595" y="3467100"/>
            <a:ext cx="946608" cy="2047875"/>
          </a:xfrm>
          <a:prstGeom prst="rect">
            <a:avLst/>
          </a:prstGeom>
          <a:effectLst/>
        </p:spPr>
      </p:pic>
      <p:sp>
        <p:nvSpPr>
          <p:cNvPr id="49" name="TextBox 48"/>
          <p:cNvSpPr txBox="1"/>
          <p:nvPr/>
        </p:nvSpPr>
        <p:spPr>
          <a:xfrm>
            <a:off x="1333500" y="5676900"/>
            <a:ext cx="11049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挑戦宣言なので、④過程・結果はこの時点ではまだない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33500" y="60864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挑戦宣言・途中経過・結果発表など、投稿の目的に合わせて使い分ける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3500" y="6505575"/>
            <a:ext cx="11049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台本の前に：目的は？ ／ 誰に届ける？ ／ 一番伝えたいことは？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予定通りいかなかった出来事も、投稿ネタに変えられる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343150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成功だけでなく、迷い・失敗・感情・小さな変化・途中経過もコンテンツになる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791200"/>
            <a:ext cx="110490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出来事を報告するだけ＝日記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6172200"/>
            <a:ext cx="1215390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「そこから何を伝えられる？」「次にどうする？」まで考える＝コンテンツ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5532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完璧に見せすぎないことで、「この先どうなる？」が生まれる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6305550"/>
            <a:ext cx="121539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1本で完結させなくてもOK。複数投稿を同じゴールにつなげると「次も見たい」が生まれる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2895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6850" y="2933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再生数が伸びない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6875" y="2933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1225" y="2933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冒頭の悩みやテーマは</a:t>
            </a:r>
          </a:p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ターゲットに合っていた？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623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6850" y="36004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再生されても途中で離脱される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6875" y="36004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1225" y="36004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前置きが長くない？</a:t>
            </a:r>
          </a:p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続きを見たくなる展開になっている？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2291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6850" y="42672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共感コメントは多いのに</a:t>
            </a:r>
          </a:p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フォローが増えない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6875" y="42672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1225" y="42672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この先も見たいと思えるゴールや</a:t>
            </a:r>
          </a:p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フォロー理由が伝わっている？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8958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6850" y="49339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経過報告の反応が弱い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6875" y="49339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1225" y="49339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視聴者にとっての発見や見どころがある？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562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6850" y="5600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特定テーマだけ反応が良い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6875" y="5600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1225" y="5600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どんな悩み・切り口が響いた？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6229350"/>
            <a:ext cx="121539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数字が悪い＝投稿全部がダメではない。「なぜ？」「次は何を変える？」を考える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38349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145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5550" y="21145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384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5550" y="28384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861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623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5550" y="35623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2100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862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5550" y="42862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9339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5010150"/>
            <a:ext cx="495299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5550" y="5010150"/>
            <a:ext cx="93726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7435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1626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