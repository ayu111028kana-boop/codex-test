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26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09" y="3600450"/>
            <a:ext cx="1135930" cy="245745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0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34" y="3600450"/>
            <a:ext cx="1135930" cy="245745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4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659" y="3600450"/>
            <a:ext cx="1135930" cy="245745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投稿の目的に合わせて、必要な要素を使い分ける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90999" y="1943100"/>
            <a:ext cx="5334000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1943100"/>
            <a:ext cx="5334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390775"/>
            <a:ext cx="110490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違うテーマの投稿でも、同じゴールにつながっていれば1つの物語になる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27717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499" y="28003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28003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8003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32861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499" y="33147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33147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3147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38004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5499" y="38290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5450" y="38290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38290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5000" y="43148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5499" y="43434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450" y="43434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43434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5000" y="48291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5499" y="48577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5450" y="48577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8577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5391150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5838825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「なぜ？」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6105525"/>
            <a:ext cx="1143000" cy="171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305550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「次は何を変える？」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6638925"/>
            <a:ext cx="11049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6096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03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246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89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32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67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818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61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10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7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9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53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75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1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95499" y="1866899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6670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4671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2672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0673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