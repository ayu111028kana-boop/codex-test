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家族で映画を見た時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セイウチに似てると言われた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家族でアニメ映画を見ていた時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