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62039" y="2828925"/>
            <a:ext cx="4419749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2176" y="2828925"/>
            <a:ext cx="4143524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0262" y="4695825"/>
            <a:ext cx="9515475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共感できる背景があると物語に入ってもらいやすい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0026" y="2057400"/>
            <a:ext cx="1486049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0026" y="2057400"/>
            <a:ext cx="1486049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2632502"/>
            <a:ext cx="1619250" cy="283124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114526" y="2057400"/>
            <a:ext cx="1486049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4526" y="2057400"/>
            <a:ext cx="1486049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2636150"/>
            <a:ext cx="1619250" cy="282395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0" y="2642699"/>
            <a:ext cx="1619250" cy="28108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495401" y="58483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95401" y="58483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28600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1950" y="2362200"/>
            <a:ext cx="42862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夫が「可愛い」と言ってくれるほど</a:t>
            </a:r>
          </a:p>
          <a:p>
            <a:pPr algn="l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48615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81950" y="3562350"/>
            <a:ext cx="42862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家庭を一緒に回す戦友</a:t>
            </a:r>
          </a:p>
          <a:p>
            <a:pPr algn="l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2750" y="4686300"/>
            <a:ext cx="5619750" cy="1409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1950" y="4762500"/>
            <a:ext cx="42862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家族でアニメを見ていた時</a:t>
            </a:r>
          </a:p>
          <a:p>
            <a:pPr algn="l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</a:t>
            </a:r>
          </a:p>
          <a:p>
            <a:pPr algn="l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" name="TextBox 17"/>
          <p:cNvSpPr txBox="1"/>
          <p:nvPr/>
        </p:nvSpPr>
        <p:spPr>
          <a:xfrm>
            <a:off x="6838950" y="2450782"/>
            <a:ext cx="1143000" cy="3590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</a:t>
            </a:r>
          </a:p>
        </p:txBody>
      </p:sp>
      <p:sp>
        <p:nvSpPr>
          <p:cNvPr id="2017" name="TextBox 19"/>
          <p:cNvSpPr txBox="1"/>
          <p:nvPr/>
        </p:nvSpPr>
        <p:spPr>
          <a:xfrm>
            <a:off x="6838950" y="3650932"/>
            <a:ext cx="1143000" cy="3590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</a:t>
            </a:r>
          </a:p>
        </p:txBody>
      </p:sp>
      <p:sp>
        <p:nvSpPr>
          <p:cNvPr id="2019" name="TextBox 21"/>
          <p:cNvSpPr txBox="1"/>
          <p:nvPr/>
        </p:nvSpPr>
        <p:spPr>
          <a:xfrm>
            <a:off x="6838950" y="4852511"/>
            <a:ext cx="1143000" cy="3590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