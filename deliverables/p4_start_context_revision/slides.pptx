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915"/>
              </a:lnSpc>
              <a:spcBef>
                <a:spcPts val="0"/>
              </a:spcBef>
              <a:spcAft>
                <a:spcPts val="0"/>
              </a:spcAft>
            </a:pPr>
            <a:r>
              <a:rPr b="1" sz="27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ゴールがあるからその途中が「物語」になる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262039" y="2828925"/>
            <a:ext cx="4419749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4575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8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スタート：今の状態・背景</a:t>
            </a:r>
          </a:p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16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夫に「可愛い」と言われていた頃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2838450"/>
            <a:ext cx="304800" cy="99059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2176" y="2828925"/>
            <a:ext cx="4143524" cy="10096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905125"/>
            <a:ext cx="4314825" cy="857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4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ゴール：目指す姿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408622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ゴールや過程そのものに興味を持ってもらえるテーマにする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0262" y="4695825"/>
            <a:ext cx="9515475" cy="13811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2100" y="4772025"/>
            <a:ext cx="1059180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「100日後に水着を着たい」だけでは</a:t>
            </a:r>
          </a:p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初見の視聴者には他人事になりやすい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2100" y="5629275"/>
            <a:ext cx="10591800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「私もそう」「分かる」「私のことみたい」と思える背景や悩みを入れる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324600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153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共感できる背景があると物語に入ってもらいやすい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71700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71700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91500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91500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29250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43000" y="2914650"/>
            <a:ext cx="4048125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05500" y="2914650"/>
            <a:ext cx="6477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05500" y="3333750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05650" y="335280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05650" y="3609975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9825" y="3307915"/>
            <a:ext cx="476250" cy="83272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5905500" y="4238625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7105650" y="4257675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7105650" y="4514850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9825" y="4213863"/>
            <a:ext cx="476250" cy="830573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家族で映画を見た時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セイウチに似てると言われた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5905500" y="5143500"/>
            <a:ext cx="6477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7105650" y="516255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7105650" y="5419725"/>
            <a:ext cx="504825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家族でアニメ映画を見ていた時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825" y="5244489"/>
            <a:ext cx="476250" cy="826721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5905500" y="6305550"/>
            <a:ext cx="6477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7105650" y="6324600"/>
            <a:ext cx="504825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7105650" y="6581775"/>
            <a:ext cx="504825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